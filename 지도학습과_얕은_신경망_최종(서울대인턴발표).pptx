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9" r:id="rId12"/>
    <p:sldId id="298" r:id="rId13"/>
    <p:sldId id="266" r:id="rId14"/>
    <p:sldId id="267" r:id="rId15"/>
    <p:sldId id="268" r:id="rId16"/>
    <p:sldId id="288" r:id="rId17"/>
    <p:sldId id="269" r:id="rId18"/>
    <p:sldId id="278" r:id="rId19"/>
    <p:sldId id="273" r:id="rId20"/>
    <p:sldId id="270" r:id="rId21"/>
    <p:sldId id="271" r:id="rId22"/>
    <p:sldId id="289" r:id="rId23"/>
    <p:sldId id="274" r:id="rId24"/>
    <p:sldId id="275" r:id="rId25"/>
    <p:sldId id="276" r:id="rId26"/>
    <p:sldId id="277" r:id="rId27"/>
    <p:sldId id="272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90" r:id="rId38"/>
    <p:sldId id="291" r:id="rId39"/>
    <p:sldId id="292" r:id="rId40"/>
    <p:sldId id="297" r:id="rId41"/>
    <p:sldId id="293" r:id="rId42"/>
    <p:sldId id="294" r:id="rId43"/>
    <p:sldId id="295" r:id="rId44"/>
    <p:sldId id="296" r:id="rId45"/>
  </p:sldIdLst>
  <p:sldSz cx="12161838" cy="6858000"/>
  <p:notesSz cx="6858000" cy="12161838"/>
  <p:embeddedFontLst>
    <p:embeddedFont>
      <p:font typeface="나눔고딕 ExtraBold" panose="020D0904000000000000" pitchFamily="50" charset="-127"/>
      <p:bold r:id="rId47"/>
    </p:embeddedFont>
    <p:embeddedFont>
      <p:font typeface="맑은 고딕" panose="020B0503020000020004" pitchFamily="50" charset="-127"/>
      <p:regular r:id="rId48"/>
      <p:bold r:id="rId49"/>
    </p:embeddedFont>
    <p:embeddedFont>
      <p:font typeface="Cambria Math" panose="02040503050406030204" pitchFamily="18" charset="0"/>
      <p:regular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56F0"/>
    <a:srgbClr val="E222A2"/>
    <a:srgbClr val="EE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54DA2-96E3-4E7C-A9CA-F343F7E2F74E}" v="129" dt="2026-07-01T02:58:44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3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은빈 조" userId="7679378d6bb76961" providerId="LiveId" clId="{5BAF2AF6-0E4B-47C9-85B0-C0A012381863}"/>
    <pc:docChg chg="undo custSel addSld delSld modSld sldOrd">
      <pc:chgData name="은빈 조" userId="7679378d6bb76961" providerId="LiveId" clId="{5BAF2AF6-0E4B-47C9-85B0-C0A012381863}" dt="2026-07-01T03:04:20.678" v="7874" actId="14100"/>
      <pc:docMkLst>
        <pc:docMk/>
      </pc:docMkLst>
      <pc:sldChg chg="modSp mod">
        <pc:chgData name="은빈 조" userId="7679378d6bb76961" providerId="LiveId" clId="{5BAF2AF6-0E4B-47C9-85B0-C0A012381863}" dt="2026-07-01T01:57:38.762" v="6905" actId="20577"/>
        <pc:sldMkLst>
          <pc:docMk/>
          <pc:sldMk cId="0" sldId="256"/>
        </pc:sldMkLst>
        <pc:spChg chg="mod">
          <ac:chgData name="은빈 조" userId="7679378d6bb76961" providerId="LiveId" clId="{5BAF2AF6-0E4B-47C9-85B0-C0A012381863}" dt="2026-06-29T06:36:42.255" v="159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1:57:38.762" v="690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7-01T01:56:55.564" v="6892" actId="20577"/>
        <pc:sldMkLst>
          <pc:docMk/>
          <pc:sldMk cId="0" sldId="257"/>
        </pc:sldMkLst>
        <pc:spChg chg="mod">
          <ac:chgData name="은빈 조" userId="7679378d6bb76961" providerId="LiveId" clId="{5BAF2AF6-0E4B-47C9-85B0-C0A012381863}" dt="2026-06-29T06:36:47.750" v="160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7:15.196" v="168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6:54.272" v="161" actId="2711"/>
          <ac:spMkLst>
            <pc:docMk/>
            <pc:sldMk cId="0" sldId="257"/>
            <ac:spMk id="8" creationId="{00000000-0000-0000-0000-000000000000}"/>
          </ac:spMkLst>
        </pc:spChg>
        <pc:spChg chg="mod">
          <ac:chgData name="은빈 조" userId="7679378d6bb76961" providerId="LiveId" clId="{5BAF2AF6-0E4B-47C9-85B0-C0A012381863}" dt="2026-07-01T01:56:04.588" v="6849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7:04.588" v="164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은빈 조" userId="7679378d6bb76961" providerId="LiveId" clId="{5BAF2AF6-0E4B-47C9-85B0-C0A012381863}" dt="2026-07-01T01:56:55.564" v="6892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6-29T06:37:38.751" v="169" actId="2711"/>
        <pc:sldMkLst>
          <pc:docMk/>
          <pc:sldMk cId="0" sldId="258"/>
        </pc:sldMkLst>
        <pc:spChg chg="mod">
          <ac:chgData name="은빈 조" userId="7679378d6bb76961" providerId="LiveId" clId="{5BAF2AF6-0E4B-47C9-85B0-C0A012381863}" dt="2026-06-29T06:37:38.751" v="169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7-01T02:02:35.973" v="6944" actId="207"/>
        <pc:sldMkLst>
          <pc:docMk/>
          <pc:sldMk cId="0" sldId="259"/>
        </pc:sldMkLst>
        <pc:spChg chg="mod">
          <ac:chgData name="은빈 조" userId="7679378d6bb76961" providerId="LiveId" clId="{5BAF2AF6-0E4B-47C9-85B0-C0A012381863}" dt="2026-06-29T06:36:32.292" v="158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6:21.058" v="157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8:01.420" v="175" actId="2711"/>
          <ac:spMkLst>
            <pc:docMk/>
            <pc:sldMk cId="0" sldId="259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4:47.904" v="55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8:00.446" v="173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1:29.663" v="6937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1:39.619" v="694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8:00.925" v="174" actId="2711"/>
          <ac:spMkLst>
            <pc:docMk/>
            <pc:sldMk cId="0" sldId="259"/>
            <ac:spMk id="21" creationId="{00000000-0000-0000-0000-000000000000}"/>
          </ac:spMkLst>
        </pc:spChg>
        <pc:spChg chg="mod">
          <ac:chgData name="은빈 조" userId="7679378d6bb76961" providerId="LiveId" clId="{5BAF2AF6-0E4B-47C9-85B0-C0A012381863}" dt="2026-06-29T07:05:10.230" v="666" actId="2057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5:31.438" v="124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2:35.973" v="6944" actId="207"/>
          <ac:spMkLst>
            <pc:docMk/>
            <pc:sldMk cId="0" sldId="259"/>
            <ac:spMk id="25" creationId="{00000000-0000-0000-0000-000000000000}"/>
          </ac:spMkLst>
        </pc:spChg>
        <pc:picChg chg="mod">
          <ac:chgData name="은빈 조" userId="7679378d6bb76961" providerId="LiveId" clId="{5BAF2AF6-0E4B-47C9-85B0-C0A012381863}" dt="2026-06-29T06:34:54.116" v="56" actId="1076"/>
          <ac:picMkLst>
            <pc:docMk/>
            <pc:sldMk cId="0" sldId="259"/>
            <ac:picMk id="16" creationId="{00000000-0000-0000-0000-000000000000}"/>
          </ac:picMkLst>
        </pc:picChg>
      </pc:sldChg>
      <pc:sldChg chg="addSp delSp modSp mod">
        <pc:chgData name="은빈 조" userId="7679378d6bb76961" providerId="LiveId" clId="{5BAF2AF6-0E4B-47C9-85B0-C0A012381863}" dt="2026-07-01T02:04:05.871" v="6962" actId="6549"/>
        <pc:sldMkLst>
          <pc:docMk/>
          <pc:sldMk cId="0" sldId="260"/>
        </pc:sldMkLst>
        <pc:spChg chg="mod">
          <ac:chgData name="은빈 조" userId="7679378d6bb76961" providerId="LiveId" clId="{5BAF2AF6-0E4B-47C9-85B0-C0A012381863}" dt="2026-06-29T06:39:39.811" v="184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6:39:49.162" v="192" actId="6549"/>
          <ac:spMkLst>
            <pc:docMk/>
            <pc:sldMk cId="0" sldId="260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07.419" v="287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07.419" v="287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07.419" v="287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07.419" v="287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07.419" v="287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07.419" v="287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07.419" v="287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07.419" v="287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4:05.871" v="6962" actId="6549"/>
          <ac:spMkLst>
            <pc:docMk/>
            <pc:sldMk cId="0" sldId="260"/>
            <ac:spMk id="19" creationId="{00000000-0000-0000-0000-000000000000}"/>
          </ac:spMkLst>
        </pc:spChg>
        <pc:picChg chg="mod">
          <ac:chgData name="은빈 조" userId="7679378d6bb76961" providerId="LiveId" clId="{5BAF2AF6-0E4B-47C9-85B0-C0A012381863}" dt="2026-06-29T06:48:07.419" v="287" actId="1076"/>
          <ac:picMkLst>
            <pc:docMk/>
            <pc:sldMk cId="0" sldId="260"/>
            <ac:picMk id="10" creationId="{00000000-0000-0000-0000-000000000000}"/>
          </ac:picMkLst>
        </pc:picChg>
        <pc:picChg chg="add mod">
          <ac:chgData name="은빈 조" userId="7679378d6bb76961" providerId="LiveId" clId="{5BAF2AF6-0E4B-47C9-85B0-C0A012381863}" dt="2026-06-29T06:47:35.771" v="284" actId="1076"/>
          <ac:picMkLst>
            <pc:docMk/>
            <pc:sldMk cId="0" sldId="260"/>
            <ac:picMk id="23" creationId="{7FAF9F90-8B56-70C3-8C4D-2310126A33A7}"/>
          </ac:picMkLst>
        </pc:picChg>
      </pc:sldChg>
      <pc:sldChg chg="modSp mod">
        <pc:chgData name="은빈 조" userId="7679378d6bb76961" providerId="LiveId" clId="{5BAF2AF6-0E4B-47C9-85B0-C0A012381863}" dt="2026-06-29T06:49:42.548" v="362" actId="1076"/>
        <pc:sldMkLst>
          <pc:docMk/>
          <pc:sldMk cId="0" sldId="261"/>
        </pc:sldMkLst>
        <pc:spChg chg="mod">
          <ac:chgData name="은빈 조" userId="7679378d6bb76961" providerId="LiveId" clId="{5BAF2AF6-0E4B-47C9-85B0-C0A012381863}" dt="2026-06-29T06:48:31.074" v="298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8:28.438" v="295" actId="6549"/>
          <ac:spMkLst>
            <pc:docMk/>
            <pc:sldMk cId="0" sldId="261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9:34.655" v="361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9:02.605" v="344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9:42.548" v="362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9:42.548" v="362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6-29T06:49:42.548" v="362" actId="1076"/>
          <ac:spMkLst>
            <pc:docMk/>
            <pc:sldMk cId="0" sldId="261"/>
            <ac:spMk id="16" creationId="{00000000-0000-0000-0000-000000000000}"/>
          </ac:spMkLst>
        </pc:spChg>
        <pc:picChg chg="mod">
          <ac:chgData name="은빈 조" userId="7679378d6bb76961" providerId="LiveId" clId="{5BAF2AF6-0E4B-47C9-85B0-C0A012381863}" dt="2026-06-29T06:48:41.349" v="300" actId="1076"/>
          <ac:picMkLst>
            <pc:docMk/>
            <pc:sldMk cId="0" sldId="261"/>
            <ac:picMk id="10" creationId="{00000000-0000-0000-0000-000000000000}"/>
          </ac:picMkLst>
        </pc:picChg>
      </pc:sldChg>
      <pc:sldChg chg="modSp mod">
        <pc:chgData name="은빈 조" userId="7679378d6bb76961" providerId="LiveId" clId="{5BAF2AF6-0E4B-47C9-85B0-C0A012381863}" dt="2026-07-01T02:06:31.259" v="6977" actId="732"/>
        <pc:sldMkLst>
          <pc:docMk/>
          <pc:sldMk cId="0" sldId="262"/>
        </pc:sldMkLst>
        <pc:spChg chg="mod">
          <ac:chgData name="은빈 조" userId="7679378d6bb76961" providerId="LiveId" clId="{5BAF2AF6-0E4B-47C9-85B0-C0A012381863}" dt="2026-06-29T06:49:54.588" v="363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0:00.799" v="366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0:04.228" v="36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5:58.108" v="6967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0:06.095" v="368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6:02.713" v="6970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0:08.186" v="369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6:07.227" v="6975" actId="20577"/>
          <ac:spMkLst>
            <pc:docMk/>
            <pc:sldMk cId="0" sldId="262"/>
            <ac:spMk id="12" creationId="{00000000-0000-0000-0000-000000000000}"/>
          </ac:spMkLst>
        </pc:spChg>
        <pc:picChg chg="mod modCrop">
          <ac:chgData name="은빈 조" userId="7679378d6bb76961" providerId="LiveId" clId="{5BAF2AF6-0E4B-47C9-85B0-C0A012381863}" dt="2026-07-01T02:06:31.259" v="6977" actId="732"/>
          <ac:picMkLst>
            <pc:docMk/>
            <pc:sldMk cId="0" sldId="262"/>
            <ac:picMk id="15" creationId="{00000000-0000-0000-0000-000000000000}"/>
          </ac:picMkLst>
        </pc:picChg>
        <pc:picChg chg="mod modCrop">
          <ac:chgData name="은빈 조" userId="7679378d6bb76961" providerId="LiveId" clId="{5BAF2AF6-0E4B-47C9-85B0-C0A012381863}" dt="2026-07-01T02:06:17.788" v="6976" actId="732"/>
          <ac:picMkLst>
            <pc:docMk/>
            <pc:sldMk cId="0" sldId="262"/>
            <ac:picMk id="21" creationId="{00000000-0000-0000-0000-000000000000}"/>
          </ac:picMkLst>
        </pc:picChg>
      </pc:sldChg>
      <pc:sldChg chg="addSp modSp mod">
        <pc:chgData name="은빈 조" userId="7679378d6bb76961" providerId="LiveId" clId="{5BAF2AF6-0E4B-47C9-85B0-C0A012381863}" dt="2026-06-29T07:09:29.650" v="684" actId="14100"/>
        <pc:sldMkLst>
          <pc:docMk/>
          <pc:sldMk cId="0" sldId="263"/>
        </pc:sldMkLst>
        <pc:spChg chg="mod">
          <ac:chgData name="은빈 조" userId="7679378d6bb76961" providerId="LiveId" clId="{5BAF2AF6-0E4B-47C9-85B0-C0A012381863}" dt="2026-06-29T06:50:46.809" v="377" actId="27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1:03.633" v="391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5:42.958" v="423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5:42.958" v="423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5:42.958" v="423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8:54.552" v="564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5:42.958" v="423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은빈 조" userId="7679378d6bb76961" providerId="LiveId" clId="{5BAF2AF6-0E4B-47C9-85B0-C0A012381863}" dt="2026-06-29T06:58:51.180" v="563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은빈 조" userId="7679378d6bb76961" providerId="LiveId" clId="{5BAF2AF6-0E4B-47C9-85B0-C0A012381863}" dt="2026-06-29T07:09:29.650" v="684" actId="14100"/>
          <ac:spMkLst>
            <pc:docMk/>
            <pc:sldMk cId="0" sldId="263"/>
            <ac:spMk id="20" creationId="{00000000-0000-0000-0000-000000000000}"/>
          </ac:spMkLst>
        </pc:spChg>
        <pc:spChg chg="mod">
          <ac:chgData name="은빈 조" userId="7679378d6bb76961" providerId="LiveId" clId="{5BAF2AF6-0E4B-47C9-85B0-C0A012381863}" dt="2026-06-29T07:09:24.058" v="683"/>
          <ac:spMkLst>
            <pc:docMk/>
            <pc:sldMk cId="0" sldId="263"/>
            <ac:spMk id="22" creationId="{00000000-0000-0000-0000-000000000000}"/>
          </ac:spMkLst>
        </pc:spChg>
        <pc:spChg chg="add mod">
          <ac:chgData name="은빈 조" userId="7679378d6bb76961" providerId="LiveId" clId="{5BAF2AF6-0E4B-47C9-85B0-C0A012381863}" dt="2026-06-29T07:00:22.548" v="620" actId="1076"/>
          <ac:spMkLst>
            <pc:docMk/>
            <pc:sldMk cId="0" sldId="263"/>
            <ac:spMk id="26" creationId="{960A54F3-231B-C6AA-A532-A55D8CF09105}"/>
          </ac:spMkLst>
        </pc:spChg>
        <pc:spChg chg="add mod">
          <ac:chgData name="은빈 조" userId="7679378d6bb76961" providerId="LiveId" clId="{5BAF2AF6-0E4B-47C9-85B0-C0A012381863}" dt="2026-06-29T07:00:27.416" v="621" actId="1076"/>
          <ac:spMkLst>
            <pc:docMk/>
            <pc:sldMk cId="0" sldId="263"/>
            <ac:spMk id="27" creationId="{4D7E39B8-D764-7E28-22BE-97E8A912F188}"/>
          </ac:spMkLst>
        </pc:spChg>
        <pc:picChg chg="mod">
          <ac:chgData name="은빈 조" userId="7679378d6bb76961" providerId="LiveId" clId="{5BAF2AF6-0E4B-47C9-85B0-C0A012381863}" dt="2026-06-29T06:59:13.230" v="566" actId="1076"/>
          <ac:picMkLst>
            <pc:docMk/>
            <pc:sldMk cId="0" sldId="263"/>
            <ac:picMk id="13" creationId="{00000000-0000-0000-0000-000000000000}"/>
          </ac:picMkLst>
        </pc:picChg>
      </pc:sldChg>
      <pc:sldChg chg="addSp delSp modSp mod">
        <pc:chgData name="은빈 조" userId="7679378d6bb76961" providerId="LiveId" clId="{5BAF2AF6-0E4B-47C9-85B0-C0A012381863}" dt="2026-07-01T02:13:07.778" v="7012" actId="1076"/>
        <pc:sldMkLst>
          <pc:docMk/>
          <pc:sldMk cId="0" sldId="264"/>
        </pc:sldMkLst>
        <pc:spChg chg="mod">
          <ac:chgData name="은빈 조" userId="7679378d6bb76961" providerId="LiveId" clId="{5BAF2AF6-0E4B-47C9-85B0-C0A012381863}" dt="2026-06-29T07:00:37.309" v="622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8:46.356" v="6992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8:41:18.802" v="2777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은빈 조" userId="7679378d6bb76961" providerId="LiveId" clId="{5BAF2AF6-0E4B-47C9-85B0-C0A012381863}" dt="2026-06-29T08:41:18.802" v="2777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은빈 조" userId="7679378d6bb76961" providerId="LiveId" clId="{5BAF2AF6-0E4B-47C9-85B0-C0A012381863}" dt="2026-07-01T02:09:18.907" v="7010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6-29T08:41:18.802" v="2777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6-29T08:41:18.802" v="2777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은빈 조" userId="7679378d6bb76961" providerId="LiveId" clId="{5BAF2AF6-0E4B-47C9-85B0-C0A012381863}" dt="2026-06-29T08:41:18.802" v="2777" actId="1076"/>
          <ac:spMkLst>
            <pc:docMk/>
            <pc:sldMk cId="0" sldId="264"/>
            <ac:spMk id="17" creationId="{00000000-0000-0000-0000-000000000000}"/>
          </ac:spMkLst>
        </pc:spChg>
        <pc:picChg chg="add mod">
          <ac:chgData name="은빈 조" userId="7679378d6bb76961" providerId="LiveId" clId="{5BAF2AF6-0E4B-47C9-85B0-C0A012381863}" dt="2026-07-01T02:13:07.778" v="7012" actId="1076"/>
          <ac:picMkLst>
            <pc:docMk/>
            <pc:sldMk cId="0" sldId="264"/>
            <ac:picMk id="21" creationId="{B3061577-B630-A181-F20A-B5267B771A64}"/>
          </ac:picMkLst>
        </pc:picChg>
      </pc:sldChg>
      <pc:sldChg chg="modSp mod">
        <pc:chgData name="은빈 조" userId="7679378d6bb76961" providerId="LiveId" clId="{5BAF2AF6-0E4B-47C9-85B0-C0A012381863}" dt="2026-07-01T02:15:14.465" v="7040" actId="20577"/>
        <pc:sldMkLst>
          <pc:docMk/>
          <pc:sldMk cId="0" sldId="265"/>
        </pc:sldMkLst>
        <pc:spChg chg="mod">
          <ac:chgData name="은빈 조" userId="7679378d6bb76961" providerId="LiveId" clId="{5BAF2AF6-0E4B-47C9-85B0-C0A012381863}" dt="2026-06-29T07:10:30.671" v="711" actId="2711"/>
          <ac:spMkLst>
            <pc:docMk/>
            <pc:sldMk cId="0" sldId="265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3:39.185" v="7017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7:12:38.463" v="745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6-29T07:11:38.214" v="712" actId="2057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은빈 조" userId="7679378d6bb76961" providerId="LiveId" clId="{5BAF2AF6-0E4B-47C9-85B0-C0A012381863}" dt="2026-06-29T07:12:42.050" v="746" actId="1410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5:14.465" v="7040" actId="20577"/>
          <ac:spMkLst>
            <pc:docMk/>
            <pc:sldMk cId="0" sldId="265"/>
            <ac:spMk id="22" creationId="{00000000-0000-0000-0000-000000000000}"/>
          </ac:spMkLst>
        </pc:spChg>
      </pc:sldChg>
      <pc:sldChg chg="modSp mod ord">
        <pc:chgData name="은빈 조" userId="7679378d6bb76961" providerId="LiveId" clId="{5BAF2AF6-0E4B-47C9-85B0-C0A012381863}" dt="2026-07-01T01:54:22.292" v="6843" actId="207"/>
        <pc:sldMkLst>
          <pc:docMk/>
          <pc:sldMk cId="0" sldId="266"/>
        </pc:sldMkLst>
        <pc:spChg chg="mod">
          <ac:chgData name="은빈 조" userId="7679378d6bb76961" providerId="LiveId" clId="{5BAF2AF6-0E4B-47C9-85B0-C0A012381863}" dt="2026-06-29T07:12:50.668" v="747" actId="2711"/>
          <ac:spMkLst>
            <pc:docMk/>
            <pc:sldMk cId="0" sldId="266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1:54:22.292" v="6843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7-01T01:49:22.582" v="6771"/>
          <ac:spMkLst>
            <pc:docMk/>
            <pc:sldMk cId="0" sldId="266"/>
            <ac:spMk id="6" creationId="{00000000-0000-0000-0000-000000000000}"/>
          </ac:spMkLst>
        </pc:spChg>
        <pc:spChg chg="mod">
          <ac:chgData name="은빈 조" userId="7679378d6bb76961" providerId="LiveId" clId="{5BAF2AF6-0E4B-47C9-85B0-C0A012381863}" dt="2026-07-01T01:50:51.822" v="6826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은빈 조" userId="7679378d6bb76961" providerId="LiveId" clId="{5BAF2AF6-0E4B-47C9-85B0-C0A012381863}" dt="2026-07-01T01:49:25.168" v="6774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은빈 조" userId="7679378d6bb76961" providerId="LiveId" clId="{5BAF2AF6-0E4B-47C9-85B0-C0A012381863}" dt="2026-07-01T01:51:47.233" v="6839" actId="11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은빈 조" userId="7679378d6bb76961" providerId="LiveId" clId="{5BAF2AF6-0E4B-47C9-85B0-C0A012381863}" dt="2026-06-29T07:14:18.056" v="792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6-29T07:14:18.056" v="792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은빈 조" userId="7679378d6bb76961" providerId="LiveId" clId="{5BAF2AF6-0E4B-47C9-85B0-C0A012381863}" dt="2026-06-29T07:14:18.056" v="792" actId="1076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7-01T02:17:08.236" v="7074" actId="20577"/>
        <pc:sldMkLst>
          <pc:docMk/>
          <pc:sldMk cId="0" sldId="267"/>
        </pc:sldMkLst>
        <pc:spChg chg="mod">
          <ac:chgData name="은빈 조" userId="7679378d6bb76961" providerId="LiveId" clId="{5BAF2AF6-0E4B-47C9-85B0-C0A012381863}" dt="2026-06-29T07:24:04.242" v="961" actId="27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7:25:14.099" v="976" actId="6549"/>
          <ac:spMkLst>
            <pc:docMk/>
            <pc:sldMk cId="0" sldId="267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7:25:52.659" v="980" actId="2711"/>
          <ac:spMkLst>
            <pc:docMk/>
            <pc:sldMk cId="0" sldId="267"/>
            <ac:spMk id="7" creationId="{00000000-0000-0000-0000-000000000000}"/>
          </ac:spMkLst>
        </pc:spChg>
        <pc:spChg chg="mod">
          <ac:chgData name="은빈 조" userId="7679378d6bb76961" providerId="LiveId" clId="{5BAF2AF6-0E4B-47C9-85B0-C0A012381863}" dt="2026-06-29T07:25:46.432" v="979" actId="25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7:01.744" v="7058" actId="2057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7:08.236" v="7074" actId="20577"/>
          <ac:spMkLst>
            <pc:docMk/>
            <pc:sldMk cId="0" sldId="267"/>
            <ac:spMk id="16" creationId="{00000000-0000-0000-0000-000000000000}"/>
          </ac:spMkLst>
        </pc:spChg>
        <pc:spChg chg="mod">
          <ac:chgData name="은빈 조" userId="7679378d6bb76961" providerId="LiveId" clId="{5BAF2AF6-0E4B-47C9-85B0-C0A012381863}" dt="2026-06-29T07:24:33.429" v="972" actId="14100"/>
          <ac:spMkLst>
            <pc:docMk/>
            <pc:sldMk cId="0" sldId="267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6-29T07:24:49.202" v="974" actId="2711"/>
          <ac:spMkLst>
            <pc:docMk/>
            <pc:sldMk cId="0" sldId="267"/>
            <ac:spMk id="18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6-29T07:26:16.834" v="983" actId="2711"/>
        <pc:sldMkLst>
          <pc:docMk/>
          <pc:sldMk cId="0" sldId="268"/>
        </pc:sldMkLst>
        <pc:spChg chg="mod">
          <ac:chgData name="은빈 조" userId="7679378d6bb76961" providerId="LiveId" clId="{5BAF2AF6-0E4B-47C9-85B0-C0A012381863}" dt="2026-06-29T07:26:16.834" v="983" actId="2711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mod">
        <pc:chgData name="은빈 조" userId="7679378d6bb76961" providerId="LiveId" clId="{5BAF2AF6-0E4B-47C9-85B0-C0A012381863}" dt="2026-07-01T02:21:52.987" v="7109" actId="113"/>
        <pc:sldMkLst>
          <pc:docMk/>
          <pc:sldMk cId="0" sldId="269"/>
        </pc:sldMkLst>
        <pc:spChg chg="mod">
          <ac:chgData name="은빈 조" userId="7679378d6bb76961" providerId="LiveId" clId="{5BAF2AF6-0E4B-47C9-85B0-C0A012381863}" dt="2026-06-29T07:26:28.675" v="984" actId="2711"/>
          <ac:spMkLst>
            <pc:docMk/>
            <pc:sldMk cId="0" sldId="269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37.217" v="7097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28.524" v="7094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28.524" v="7094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28.524" v="7094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28.524" v="7094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28.524" v="7094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28.524" v="7094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28.524" v="7094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28.524" v="7094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8:49.078" v="7086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9:02.055" v="7088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7-01T02:21:52.987" v="7109" actId="11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은빈 조" userId="7679378d6bb76961" providerId="LiveId" clId="{5BAF2AF6-0E4B-47C9-85B0-C0A012381863}" dt="2026-07-01T02:18:29.178" v="7079" actId="14100"/>
          <ac:spMkLst>
            <pc:docMk/>
            <pc:sldMk cId="0" sldId="269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6-29T07:34:19.721" v="1285" actId="14100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은빈 조" userId="7679378d6bb76961" providerId="LiveId" clId="{5BAF2AF6-0E4B-47C9-85B0-C0A012381863}" dt="2026-06-29T07:34:19.721" v="1285" actId="14100"/>
          <ac:spMkLst>
            <pc:docMk/>
            <pc:sldMk cId="0" sldId="269"/>
            <ac:spMk id="19" creationId="{00000000-0000-0000-0000-000000000000}"/>
          </ac:spMkLst>
        </pc:spChg>
        <pc:spChg chg="mod">
          <ac:chgData name="은빈 조" userId="7679378d6bb76961" providerId="LiveId" clId="{5BAF2AF6-0E4B-47C9-85B0-C0A012381863}" dt="2026-06-29T07:36:31.985" v="1370" actId="20577"/>
          <ac:spMkLst>
            <pc:docMk/>
            <pc:sldMk cId="0" sldId="269"/>
            <ac:spMk id="20" creationId="{00000000-0000-0000-0000-000000000000}"/>
          </ac:spMkLst>
        </pc:spChg>
        <pc:spChg chg="add mod">
          <ac:chgData name="은빈 조" userId="7679378d6bb76961" providerId="LiveId" clId="{5BAF2AF6-0E4B-47C9-85B0-C0A012381863}" dt="2026-07-01T02:19:59.320" v="7101" actId="1076"/>
          <ac:spMkLst>
            <pc:docMk/>
            <pc:sldMk cId="0" sldId="269"/>
            <ac:spMk id="26" creationId="{023F4765-3B01-9CB0-AC37-672335351723}"/>
          </ac:spMkLst>
        </pc:spChg>
        <pc:spChg chg="add mod">
          <ac:chgData name="은빈 조" userId="7679378d6bb76961" providerId="LiveId" clId="{5BAF2AF6-0E4B-47C9-85B0-C0A012381863}" dt="2026-07-01T02:19:59.320" v="7101" actId="1076"/>
          <ac:spMkLst>
            <pc:docMk/>
            <pc:sldMk cId="0" sldId="269"/>
            <ac:spMk id="28" creationId="{0FA311F2-5478-C4C3-9BBB-4F13FC361564}"/>
          </ac:spMkLst>
        </pc:spChg>
        <pc:spChg chg="add mod">
          <ac:chgData name="은빈 조" userId="7679378d6bb76961" providerId="LiveId" clId="{5BAF2AF6-0E4B-47C9-85B0-C0A012381863}" dt="2026-07-01T02:19:59.320" v="7101" actId="1076"/>
          <ac:spMkLst>
            <pc:docMk/>
            <pc:sldMk cId="0" sldId="269"/>
            <ac:spMk id="30" creationId="{F4E991C5-EFD4-2162-0D4E-B61E418C2049}"/>
          </ac:spMkLst>
        </pc:spChg>
        <pc:picChg chg="mod ord">
          <ac:chgData name="은빈 조" userId="7679378d6bb76961" providerId="LiveId" clId="{5BAF2AF6-0E4B-47C9-85B0-C0A012381863}" dt="2026-07-01T02:19:15.311" v="7093" actId="1076"/>
          <ac:picMkLst>
            <pc:docMk/>
            <pc:sldMk cId="0" sldId="269"/>
            <ac:picMk id="13" creationId="{00000000-0000-0000-0000-000000000000}"/>
          </ac:picMkLst>
        </pc:picChg>
        <pc:picChg chg="add mod ord">
          <ac:chgData name="은빈 조" userId="7679378d6bb76961" providerId="LiveId" clId="{5BAF2AF6-0E4B-47C9-85B0-C0A012381863}" dt="2026-07-01T02:19:59.320" v="7101" actId="1076"/>
          <ac:picMkLst>
            <pc:docMk/>
            <pc:sldMk cId="0" sldId="269"/>
            <ac:picMk id="24" creationId="{4634E2EC-2CB1-C0F0-9F8F-FA5323056AEA}"/>
          </ac:picMkLst>
        </pc:picChg>
        <pc:picChg chg="add mod">
          <ac:chgData name="은빈 조" userId="7679378d6bb76961" providerId="LiveId" clId="{5BAF2AF6-0E4B-47C9-85B0-C0A012381863}" dt="2026-07-01T02:20:08.560" v="7103" actId="1076"/>
          <ac:picMkLst>
            <pc:docMk/>
            <pc:sldMk cId="0" sldId="269"/>
            <ac:picMk id="34" creationId="{82BB1509-22BA-69AB-E4C6-0DAA22CB5F53}"/>
          </ac:picMkLst>
        </pc:picChg>
      </pc:sldChg>
      <pc:sldChg chg="addSp delSp modSp mod">
        <pc:chgData name="은빈 조" userId="7679378d6bb76961" providerId="LiveId" clId="{5BAF2AF6-0E4B-47C9-85B0-C0A012381863}" dt="2026-07-01T02:23:52.044" v="7187" actId="20577"/>
        <pc:sldMkLst>
          <pc:docMk/>
          <pc:sldMk cId="0" sldId="270"/>
        </pc:sldMkLst>
        <pc:spChg chg="mod">
          <ac:chgData name="은빈 조" userId="7679378d6bb76961" providerId="LiveId" clId="{5BAF2AF6-0E4B-47C9-85B0-C0A012381863}" dt="2026-07-01T02:23:06.870" v="7141" actId="6549"/>
          <ac:spMkLst>
            <pc:docMk/>
            <pc:sldMk cId="0" sldId="270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7:36:50.505" v="1372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8:47:05.990" v="2812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은빈 조" userId="7679378d6bb76961" providerId="LiveId" clId="{5BAF2AF6-0E4B-47C9-85B0-C0A012381863}" dt="2026-06-29T08:46:16.494" v="2800" actId="20577"/>
          <ac:spMkLst>
            <pc:docMk/>
            <pc:sldMk cId="0" sldId="270"/>
            <ac:spMk id="8" creationId="{00000000-0000-0000-0000-000000000000}"/>
          </ac:spMkLst>
        </pc:spChg>
        <pc:spChg chg="mod">
          <ac:chgData name="은빈 조" userId="7679378d6bb76961" providerId="LiveId" clId="{5BAF2AF6-0E4B-47C9-85B0-C0A012381863}" dt="2026-06-29T07:37:16.673" v="1397" actId="20577"/>
          <ac:spMkLst>
            <pc:docMk/>
            <pc:sldMk cId="0" sldId="270"/>
            <ac:spMk id="9" creationId="{00000000-0000-0000-0000-000000000000}"/>
          </ac:spMkLst>
        </pc:spChg>
        <pc:spChg chg="mod">
          <ac:chgData name="은빈 조" userId="7679378d6bb76961" providerId="LiveId" clId="{5BAF2AF6-0E4B-47C9-85B0-C0A012381863}" dt="2026-07-01T02:23:52.044" v="7187" actId="20577"/>
          <ac:spMkLst>
            <pc:docMk/>
            <pc:sldMk cId="0" sldId="270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6-29T07:37:32.566" v="1417" actId="6549"/>
          <ac:spMkLst>
            <pc:docMk/>
            <pc:sldMk cId="0" sldId="270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6-29T07:37:37.865" v="1421" actId="6549"/>
          <ac:spMkLst>
            <pc:docMk/>
            <pc:sldMk cId="0" sldId="270"/>
            <ac:spMk id="20" creationId="{00000000-0000-0000-0000-000000000000}"/>
          </ac:spMkLst>
        </pc:spChg>
        <pc:spChg chg="add mod">
          <ac:chgData name="은빈 조" userId="7679378d6bb76961" providerId="LiveId" clId="{5BAF2AF6-0E4B-47C9-85B0-C0A012381863}" dt="2026-06-29T08:48:09.321" v="2824" actId="113"/>
          <ac:spMkLst>
            <pc:docMk/>
            <pc:sldMk cId="0" sldId="270"/>
            <ac:spMk id="26" creationId="{7D2AE11F-4318-FFB7-BFE8-C7E5D9264A06}"/>
          </ac:spMkLst>
        </pc:spChg>
        <pc:spChg chg="add mod">
          <ac:chgData name="은빈 조" userId="7679378d6bb76961" providerId="LiveId" clId="{5BAF2AF6-0E4B-47C9-85B0-C0A012381863}" dt="2026-06-29T08:48:12.897" v="2825" actId="113"/>
          <ac:spMkLst>
            <pc:docMk/>
            <pc:sldMk cId="0" sldId="270"/>
            <ac:spMk id="30" creationId="{68619E08-2705-EC19-3EFD-172123DBE188}"/>
          </ac:spMkLst>
        </pc:spChg>
        <pc:picChg chg="add mod">
          <ac:chgData name="은빈 조" userId="7679378d6bb76961" providerId="LiveId" clId="{5BAF2AF6-0E4B-47C9-85B0-C0A012381863}" dt="2026-07-01T02:23:17.901" v="7143" actId="1076"/>
          <ac:picMkLst>
            <pc:docMk/>
            <pc:sldMk cId="0" sldId="270"/>
            <ac:picMk id="32" creationId="{2190E271-F040-255C-ABCC-B0BA34B277FC}"/>
          </ac:picMkLst>
        </pc:picChg>
      </pc:sldChg>
      <pc:sldChg chg="addSp modSp mod">
        <pc:chgData name="은빈 조" userId="7679378d6bb76961" providerId="LiveId" clId="{5BAF2AF6-0E4B-47C9-85B0-C0A012381863}" dt="2026-07-01T02:56:38.997" v="7777" actId="1076"/>
        <pc:sldMkLst>
          <pc:docMk/>
          <pc:sldMk cId="0" sldId="271"/>
        </pc:sldMkLst>
        <pc:spChg chg="mod">
          <ac:chgData name="은빈 조" userId="7679378d6bb76961" providerId="LiveId" clId="{5BAF2AF6-0E4B-47C9-85B0-C0A012381863}" dt="2026-06-29T07:37:57.262" v="1422" actId="2711"/>
          <ac:spMkLst>
            <pc:docMk/>
            <pc:sldMk cId="0" sldId="271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25:50.782" v="7246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3:06.342" v="1431" actId="6549"/>
          <ac:spMkLst>
            <pc:docMk/>
            <pc:sldMk cId="0" sldId="271"/>
            <ac:spMk id="12" creationId="{00000000-0000-0000-0000-000000000000}"/>
          </ac:spMkLst>
        </pc:spChg>
        <pc:spChg chg="mod">
          <ac:chgData name="은빈 조" userId="7679378d6bb76961" providerId="LiveId" clId="{5BAF2AF6-0E4B-47C9-85B0-C0A012381863}" dt="2026-07-01T02:25:30.134" v="7241" actId="20577"/>
          <ac:spMkLst>
            <pc:docMk/>
            <pc:sldMk cId="0" sldId="271"/>
            <ac:spMk id="15" creationId="{00000000-0000-0000-0000-000000000000}"/>
          </ac:spMkLst>
        </pc:spChg>
        <pc:picChg chg="mod modCrop">
          <ac:chgData name="은빈 조" userId="7679378d6bb76961" providerId="LiveId" clId="{5BAF2AF6-0E4B-47C9-85B0-C0A012381863}" dt="2026-07-01T02:56:38.997" v="7777" actId="1076"/>
          <ac:picMkLst>
            <pc:docMk/>
            <pc:sldMk cId="0" sldId="271"/>
            <ac:picMk id="7" creationId="{00000000-0000-0000-0000-000000000000}"/>
          </ac:picMkLst>
        </pc:picChg>
        <pc:picChg chg="add mod">
          <ac:chgData name="은빈 조" userId="7679378d6bb76961" providerId="LiveId" clId="{5BAF2AF6-0E4B-47C9-85B0-C0A012381863}" dt="2026-07-01T02:25:57.305" v="7248" actId="1076"/>
          <ac:picMkLst>
            <pc:docMk/>
            <pc:sldMk cId="0" sldId="271"/>
            <ac:picMk id="19" creationId="{B67BE6DA-DC4C-5292-84AC-9EE62351C9D3}"/>
          </ac:picMkLst>
        </pc:picChg>
        <pc:picChg chg="add mod">
          <ac:chgData name="은빈 조" userId="7679378d6bb76961" providerId="LiveId" clId="{5BAF2AF6-0E4B-47C9-85B0-C0A012381863}" dt="2026-07-01T02:26:34.076" v="7252" actId="1076"/>
          <ac:picMkLst>
            <pc:docMk/>
            <pc:sldMk cId="0" sldId="271"/>
            <ac:picMk id="21" creationId="{35515CE6-1D90-396C-BFCF-5613D25870D7}"/>
          </ac:picMkLst>
        </pc:picChg>
      </pc:sldChg>
      <pc:sldChg chg="addSp delSp modSp mod ord">
        <pc:chgData name="은빈 조" userId="7679378d6bb76961" providerId="LiveId" clId="{5BAF2AF6-0E4B-47C9-85B0-C0A012381863}" dt="2026-07-01T02:38:21.426" v="7511" actId="20577"/>
        <pc:sldMkLst>
          <pc:docMk/>
          <pc:sldMk cId="0" sldId="272"/>
        </pc:sldMkLst>
        <pc:spChg chg="mod">
          <ac:chgData name="은빈 조" userId="7679378d6bb76961" providerId="LiveId" clId="{5BAF2AF6-0E4B-47C9-85B0-C0A012381863}" dt="2026-06-29T07:46:59.715" v="1458" actId="2711"/>
          <ac:spMkLst>
            <pc:docMk/>
            <pc:sldMk cId="0" sldId="272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8:01.926" v="7510" actId="20577"/>
          <ac:spMkLst>
            <pc:docMk/>
            <pc:sldMk cId="0" sldId="272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8:21.426" v="7511" actId="20577"/>
          <ac:spMkLst>
            <pc:docMk/>
            <pc:sldMk cId="0" sldId="272"/>
            <ac:spMk id="16" creationId="{00000000-0000-0000-0000-000000000000}"/>
          </ac:spMkLst>
        </pc:spChg>
        <pc:picChg chg="add mod modCrop">
          <ac:chgData name="은빈 조" userId="7679378d6bb76961" providerId="LiveId" clId="{5BAF2AF6-0E4B-47C9-85B0-C0A012381863}" dt="2026-06-29T07:45:19.201" v="1456" actId="732"/>
          <ac:picMkLst>
            <pc:docMk/>
            <pc:sldMk cId="0" sldId="272"/>
            <ac:picMk id="20" creationId="{6F922C4A-6A08-63EA-D0C2-5FC039C0F9AC}"/>
          </ac:picMkLst>
        </pc:picChg>
        <pc:picChg chg="add mod modCrop">
          <ac:chgData name="은빈 조" userId="7679378d6bb76961" providerId="LiveId" clId="{5BAF2AF6-0E4B-47C9-85B0-C0A012381863}" dt="2026-06-29T07:45:33.800" v="1457" actId="732"/>
          <ac:picMkLst>
            <pc:docMk/>
            <pc:sldMk cId="0" sldId="272"/>
            <ac:picMk id="22" creationId="{34D5CB5F-27C1-326A-3192-6AFE4234D830}"/>
          </ac:picMkLst>
        </pc:picChg>
        <pc:picChg chg="add mod modCrop">
          <ac:chgData name="은빈 조" userId="7679378d6bb76961" providerId="LiveId" clId="{5BAF2AF6-0E4B-47C9-85B0-C0A012381863}" dt="2026-06-29T07:45:07.749" v="1455" actId="1076"/>
          <ac:picMkLst>
            <pc:docMk/>
            <pc:sldMk cId="0" sldId="272"/>
            <ac:picMk id="24" creationId="{F80291AF-BAD5-00D2-ED86-5583AC15BDD0}"/>
          </ac:picMkLst>
        </pc:picChg>
      </pc:sldChg>
      <pc:sldChg chg="addSp modSp mod ord">
        <pc:chgData name="은빈 조" userId="7679378d6bb76961" providerId="LiveId" clId="{5BAF2AF6-0E4B-47C9-85B0-C0A012381863}" dt="2026-07-01T02:32:32.371" v="7463" actId="20577"/>
        <pc:sldMkLst>
          <pc:docMk/>
          <pc:sldMk cId="0" sldId="273"/>
        </pc:sldMkLst>
        <pc:spChg chg="mod">
          <ac:chgData name="은빈 조" userId="7679378d6bb76961" providerId="LiveId" clId="{5BAF2AF6-0E4B-47C9-85B0-C0A012381863}" dt="2026-06-29T07:47:10.909" v="1459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7:18.078" v="1477" actId="20577"/>
          <ac:spMkLst>
            <pc:docMk/>
            <pc:sldMk cId="0" sldId="273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58.383" v="1484" actId="14100"/>
          <ac:spMkLst>
            <pc:docMk/>
            <pc:sldMk cId="0" sldId="273"/>
            <ac:spMk id="7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7:41.520" v="1478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2:32.371" v="7463" actId="20577"/>
          <ac:spMkLst>
            <pc:docMk/>
            <pc:sldMk cId="0" sldId="273"/>
            <ac:spMk id="9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9:02.868" v="1485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7:41.520" v="1478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7:41.520" v="1478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09.807" v="1480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09.807" v="1480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09.807" v="1480" actId="10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09.807" v="1480" actId="107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09.807" v="1480" actId="107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09.807" v="1480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09.807" v="1480" actId="107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은빈 조" userId="7679378d6bb76961" providerId="LiveId" clId="{5BAF2AF6-0E4B-47C9-85B0-C0A012381863}" dt="2026-06-29T07:48:09.807" v="1480" actId="1076"/>
          <ac:spMkLst>
            <pc:docMk/>
            <pc:sldMk cId="0" sldId="273"/>
            <ac:spMk id="20" creationId="{00000000-0000-0000-0000-000000000000}"/>
          </ac:spMkLst>
        </pc:spChg>
        <pc:spChg chg="add mod">
          <ac:chgData name="은빈 조" userId="7679378d6bb76961" providerId="LiveId" clId="{5BAF2AF6-0E4B-47C9-85B0-C0A012381863}" dt="2026-06-29T07:49:59.390" v="1490" actId="14100"/>
          <ac:spMkLst>
            <pc:docMk/>
            <pc:sldMk cId="0" sldId="273"/>
            <ac:spMk id="26" creationId="{01770954-EE4C-DFFB-0181-09F0C1CED363}"/>
          </ac:spMkLst>
        </pc:spChg>
        <pc:spChg chg="add mod">
          <ac:chgData name="은빈 조" userId="7679378d6bb76961" providerId="LiveId" clId="{5BAF2AF6-0E4B-47C9-85B0-C0A012381863}" dt="2026-06-29T07:49:59.390" v="1490" actId="14100"/>
          <ac:spMkLst>
            <pc:docMk/>
            <pc:sldMk cId="0" sldId="273"/>
            <ac:spMk id="28" creationId="{BE4BAFDC-A447-AF51-DBB3-885E516B4025}"/>
          </ac:spMkLst>
        </pc:spChg>
        <pc:spChg chg="add mod">
          <ac:chgData name="은빈 조" userId="7679378d6bb76961" providerId="LiveId" clId="{5BAF2AF6-0E4B-47C9-85B0-C0A012381863}" dt="2026-06-29T07:49:59.390" v="1490" actId="14100"/>
          <ac:spMkLst>
            <pc:docMk/>
            <pc:sldMk cId="0" sldId="273"/>
            <ac:spMk id="30" creationId="{FD27DA75-8C43-36F4-4911-F3AEF44AB8C9}"/>
          </ac:spMkLst>
        </pc:spChg>
        <pc:spChg chg="add mod">
          <ac:chgData name="은빈 조" userId="7679378d6bb76961" providerId="LiveId" clId="{5BAF2AF6-0E4B-47C9-85B0-C0A012381863}" dt="2026-06-29T07:49:59.390" v="1490" actId="14100"/>
          <ac:spMkLst>
            <pc:docMk/>
            <pc:sldMk cId="0" sldId="273"/>
            <ac:spMk id="32" creationId="{B7468B8A-594C-912F-5A8E-B22D88D71E2B}"/>
          </ac:spMkLst>
        </pc:spChg>
        <pc:spChg chg="add mod">
          <ac:chgData name="은빈 조" userId="7679378d6bb76961" providerId="LiveId" clId="{5BAF2AF6-0E4B-47C9-85B0-C0A012381863}" dt="2026-06-29T07:49:59.390" v="1490" actId="14100"/>
          <ac:spMkLst>
            <pc:docMk/>
            <pc:sldMk cId="0" sldId="273"/>
            <ac:spMk id="34" creationId="{AA0AA724-F986-3D2C-7487-D8D9B0ABC198}"/>
          </ac:spMkLst>
        </pc:spChg>
        <pc:spChg chg="add mod">
          <ac:chgData name="은빈 조" userId="7679378d6bb76961" providerId="LiveId" clId="{5BAF2AF6-0E4B-47C9-85B0-C0A012381863}" dt="2026-06-29T07:49:59.390" v="1490" actId="14100"/>
          <ac:spMkLst>
            <pc:docMk/>
            <pc:sldMk cId="0" sldId="273"/>
            <ac:spMk id="36" creationId="{947AF4E6-006A-6C74-202E-9B433F5A99A3}"/>
          </ac:spMkLst>
        </pc:spChg>
        <pc:spChg chg="add mod">
          <ac:chgData name="은빈 조" userId="7679378d6bb76961" providerId="LiveId" clId="{5BAF2AF6-0E4B-47C9-85B0-C0A012381863}" dt="2026-06-29T07:49:59.390" v="1490" actId="14100"/>
          <ac:spMkLst>
            <pc:docMk/>
            <pc:sldMk cId="0" sldId="273"/>
            <ac:spMk id="38" creationId="{0DF80CFA-006F-E717-8F21-AD87AFB2CF2E}"/>
          </ac:spMkLst>
        </pc:spChg>
        <pc:spChg chg="add mod">
          <ac:chgData name="은빈 조" userId="7679378d6bb76961" providerId="LiveId" clId="{5BAF2AF6-0E4B-47C9-85B0-C0A012381863}" dt="2026-06-29T07:49:59.390" v="1490" actId="14100"/>
          <ac:spMkLst>
            <pc:docMk/>
            <pc:sldMk cId="0" sldId="273"/>
            <ac:spMk id="40" creationId="{A33E001B-D2D0-B950-AAF5-4553B96AFD2E}"/>
          </ac:spMkLst>
        </pc:spChg>
        <pc:picChg chg="add mod">
          <ac:chgData name="은빈 조" userId="7679378d6bb76961" providerId="LiveId" clId="{5BAF2AF6-0E4B-47C9-85B0-C0A012381863}" dt="2026-06-29T07:50:13.803" v="1493" actId="1076"/>
          <ac:picMkLst>
            <pc:docMk/>
            <pc:sldMk cId="0" sldId="273"/>
            <ac:picMk id="24" creationId="{49E2E92B-A3D6-23D1-1449-BD6C120AA212}"/>
          </ac:picMkLst>
        </pc:picChg>
        <pc:picChg chg="add mod">
          <ac:chgData name="은빈 조" userId="7679378d6bb76961" providerId="LiveId" clId="{5BAF2AF6-0E4B-47C9-85B0-C0A012381863}" dt="2026-07-01T02:32:01.484" v="7462" actId="1076"/>
          <ac:picMkLst>
            <pc:docMk/>
            <pc:sldMk cId="0" sldId="273"/>
            <ac:picMk id="42" creationId="{9CEB29A8-A906-BF6C-B1FF-BF370B52D0BF}"/>
          </ac:picMkLst>
        </pc:picChg>
      </pc:sldChg>
      <pc:sldChg chg="addSp delSp modSp mod">
        <pc:chgData name="은빈 조" userId="7679378d6bb76961" providerId="LiveId" clId="{5BAF2AF6-0E4B-47C9-85B0-C0A012381863}" dt="2026-06-29T08:30:21.586" v="2653" actId="20577"/>
        <pc:sldMkLst>
          <pc:docMk/>
          <pc:sldMk cId="0" sldId="274"/>
        </pc:sldMkLst>
        <pc:spChg chg="mod">
          <ac:chgData name="은빈 조" userId="7679378d6bb76961" providerId="LiveId" clId="{5BAF2AF6-0E4B-47C9-85B0-C0A012381863}" dt="2026-06-29T08:30:21.586" v="2653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7:51:38.479" v="1524" actId="20577"/>
          <ac:spMkLst>
            <pc:docMk/>
            <pc:sldMk cId="0" sldId="274"/>
            <ac:spMk id="10" creationId="{00000000-0000-0000-0000-000000000000}"/>
          </ac:spMkLst>
        </pc:spChg>
        <pc:picChg chg="add mod modCrop">
          <ac:chgData name="은빈 조" userId="7679378d6bb76961" providerId="LiveId" clId="{5BAF2AF6-0E4B-47C9-85B0-C0A012381863}" dt="2026-06-29T07:51:02.653" v="1500" actId="1076"/>
          <ac:picMkLst>
            <pc:docMk/>
            <pc:sldMk cId="0" sldId="274"/>
            <ac:picMk id="14" creationId="{FF880927-39D5-149C-5155-050AFC2BCC24}"/>
          </ac:picMkLst>
        </pc:picChg>
      </pc:sldChg>
      <pc:sldChg chg="addSp delSp modSp mod">
        <pc:chgData name="은빈 조" userId="7679378d6bb76961" providerId="LiveId" clId="{5BAF2AF6-0E4B-47C9-85B0-C0A012381863}" dt="2026-06-29T08:30:25.689" v="2655" actId="20577"/>
        <pc:sldMkLst>
          <pc:docMk/>
          <pc:sldMk cId="0" sldId="275"/>
        </pc:sldMkLst>
        <pc:spChg chg="mod">
          <ac:chgData name="은빈 조" userId="7679378d6bb76961" providerId="LiveId" clId="{5BAF2AF6-0E4B-47C9-85B0-C0A012381863}" dt="2026-06-29T08:30:25.689" v="2655" actId="20577"/>
          <ac:spMkLst>
            <pc:docMk/>
            <pc:sldMk cId="0" sldId="275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7:52:26.210" v="1534" actId="1076"/>
          <ac:spMkLst>
            <pc:docMk/>
            <pc:sldMk cId="0" sldId="275"/>
            <ac:spMk id="4" creationId="{00000000-0000-0000-0000-000000000000}"/>
          </ac:spMkLst>
        </pc:spChg>
        <pc:picChg chg="add mod modCrop">
          <ac:chgData name="은빈 조" userId="7679378d6bb76961" providerId="LiveId" clId="{5BAF2AF6-0E4B-47C9-85B0-C0A012381863}" dt="2026-06-29T07:52:11.106" v="1532" actId="1076"/>
          <ac:picMkLst>
            <pc:docMk/>
            <pc:sldMk cId="0" sldId="275"/>
            <ac:picMk id="14" creationId="{31E3EBE2-BC09-44BB-B63C-184FFB2C7F76}"/>
          </ac:picMkLst>
        </pc:picChg>
      </pc:sldChg>
      <pc:sldChg chg="addSp delSp modSp mod">
        <pc:chgData name="은빈 조" userId="7679378d6bb76961" providerId="LiveId" clId="{5BAF2AF6-0E4B-47C9-85B0-C0A012381863}" dt="2026-06-29T08:30:29.146" v="2657" actId="20577"/>
        <pc:sldMkLst>
          <pc:docMk/>
          <pc:sldMk cId="0" sldId="276"/>
        </pc:sldMkLst>
        <pc:spChg chg="mod">
          <ac:chgData name="은빈 조" userId="7679378d6bb76961" providerId="LiveId" clId="{5BAF2AF6-0E4B-47C9-85B0-C0A012381863}" dt="2026-06-29T08:30:29.146" v="2657" actId="20577"/>
          <ac:spMkLst>
            <pc:docMk/>
            <pc:sldMk cId="0" sldId="276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7:53:09.242" v="1557" actId="20577"/>
          <ac:spMkLst>
            <pc:docMk/>
            <pc:sldMk cId="0" sldId="276"/>
            <ac:spMk id="10" creationId="{00000000-0000-0000-0000-000000000000}"/>
          </ac:spMkLst>
        </pc:spChg>
        <pc:picChg chg="add mod modCrop">
          <ac:chgData name="은빈 조" userId="7679378d6bb76961" providerId="LiveId" clId="{5BAF2AF6-0E4B-47C9-85B0-C0A012381863}" dt="2026-06-29T07:52:56.106" v="1541" actId="1076"/>
          <ac:picMkLst>
            <pc:docMk/>
            <pc:sldMk cId="0" sldId="276"/>
            <ac:picMk id="14" creationId="{B87E1E0C-54F9-512F-515C-CE31563897DD}"/>
          </ac:picMkLst>
        </pc:picChg>
      </pc:sldChg>
      <pc:sldChg chg="addSp delSp modSp mod">
        <pc:chgData name="은빈 조" userId="7679378d6bb76961" providerId="LiveId" clId="{5BAF2AF6-0E4B-47C9-85B0-C0A012381863}" dt="2026-07-01T02:35:50.157" v="7495" actId="20577"/>
        <pc:sldMkLst>
          <pc:docMk/>
          <pc:sldMk cId="0" sldId="277"/>
        </pc:sldMkLst>
        <pc:spChg chg="mod">
          <ac:chgData name="은빈 조" userId="7679378d6bb76961" providerId="LiveId" clId="{5BAF2AF6-0E4B-47C9-85B0-C0A012381863}" dt="2026-06-29T11:32:09.708" v="5480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5:50.157" v="7495" actId="20577"/>
          <ac:spMkLst>
            <pc:docMk/>
            <pc:sldMk cId="0" sldId="277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6-29T08:00:32.978" v="1870" actId="114"/>
          <ac:spMkLst>
            <pc:docMk/>
            <pc:sldMk cId="0" sldId="277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6-29T08:02:05.759" v="2096" actId="20577"/>
          <ac:spMkLst>
            <pc:docMk/>
            <pc:sldMk cId="0" sldId="277"/>
            <ac:spMk id="17" creationId="{00000000-0000-0000-0000-000000000000}"/>
          </ac:spMkLst>
        </pc:spChg>
        <pc:picChg chg="add mod modCrop">
          <ac:chgData name="은빈 조" userId="7679378d6bb76961" providerId="LiveId" clId="{5BAF2AF6-0E4B-47C9-85B0-C0A012381863}" dt="2026-06-29T07:54:17.106" v="1570" actId="1076"/>
          <ac:picMkLst>
            <pc:docMk/>
            <pc:sldMk cId="0" sldId="277"/>
            <ac:picMk id="21" creationId="{5ACBF534-9B16-E220-7B67-56E3CD4204D0}"/>
          </ac:picMkLst>
        </pc:picChg>
        <pc:picChg chg="add mod">
          <ac:chgData name="은빈 조" userId="7679378d6bb76961" providerId="LiveId" clId="{5BAF2AF6-0E4B-47C9-85B0-C0A012381863}" dt="2026-07-01T02:34:36.667" v="7467" actId="1076"/>
          <ac:picMkLst>
            <pc:docMk/>
            <pc:sldMk cId="0" sldId="277"/>
            <ac:picMk id="23" creationId="{695B4794-D496-A4F6-638A-F058DC4C9006}"/>
          </ac:picMkLst>
        </pc:picChg>
      </pc:sldChg>
      <pc:sldChg chg="modSp mod ord">
        <pc:chgData name="은빈 조" userId="7679378d6bb76961" providerId="LiveId" clId="{5BAF2AF6-0E4B-47C9-85B0-C0A012381863}" dt="2026-07-01T02:31:36.032" v="7456" actId="20577"/>
        <pc:sldMkLst>
          <pc:docMk/>
          <pc:sldMk cId="0" sldId="278"/>
        </pc:sldMkLst>
        <pc:spChg chg="mod">
          <ac:chgData name="은빈 조" userId="7679378d6bb76961" providerId="LiveId" clId="{5BAF2AF6-0E4B-47C9-85B0-C0A012381863}" dt="2026-06-29T08:02:24.733" v="2097" actId="2711"/>
          <ac:spMkLst>
            <pc:docMk/>
            <pc:sldMk cId="0" sldId="278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0:11.172" v="7384" actId="20577"/>
          <ac:spMkLst>
            <pc:docMk/>
            <pc:sldMk cId="0" sldId="278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1:36.032" v="7456" actId="20577"/>
          <ac:spMkLst>
            <pc:docMk/>
            <pc:sldMk cId="0" sldId="278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6-29T08:03:50.550" v="2171" actId="20577"/>
          <ac:spMkLst>
            <pc:docMk/>
            <pc:sldMk cId="0" sldId="278"/>
            <ac:spMk id="18" creationId="{00000000-0000-0000-0000-000000000000}"/>
          </ac:spMkLst>
        </pc:spChg>
      </pc:sldChg>
      <pc:sldChg chg="addSp delSp modSp mod">
        <pc:chgData name="은빈 조" userId="7679378d6bb76961" providerId="LiveId" clId="{5BAF2AF6-0E4B-47C9-85B0-C0A012381863}" dt="2026-07-01T02:39:25.556" v="7517" actId="20577"/>
        <pc:sldMkLst>
          <pc:docMk/>
          <pc:sldMk cId="0" sldId="279"/>
        </pc:sldMkLst>
        <pc:spChg chg="mod">
          <ac:chgData name="은빈 조" userId="7679378d6bb76961" providerId="LiveId" clId="{5BAF2AF6-0E4B-47C9-85B0-C0A012381863}" dt="2026-06-29T08:04:13.393" v="2179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8:38.133" v="7513" actId="20577"/>
          <ac:spMkLst>
            <pc:docMk/>
            <pc:sldMk cId="0" sldId="279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9:12.454" v="7514" actId="1076"/>
          <ac:spMkLst>
            <pc:docMk/>
            <pc:sldMk cId="0" sldId="279"/>
            <ac:spMk id="8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9:12.454" v="7514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9:12.454" v="7514" actId="107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9:12.454" v="7514" actId="107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9:12.454" v="7514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은빈 조" userId="7679378d6bb76961" providerId="LiveId" clId="{5BAF2AF6-0E4B-47C9-85B0-C0A012381863}" dt="2026-07-01T02:39:12.454" v="7514" actId="1076"/>
          <ac:spMkLst>
            <pc:docMk/>
            <pc:sldMk cId="0" sldId="279"/>
            <ac:spMk id="13" creationId="{00000000-0000-0000-0000-000000000000}"/>
          </ac:spMkLst>
        </pc:spChg>
        <pc:spChg chg="add mod">
          <ac:chgData name="은빈 조" userId="7679378d6bb76961" providerId="LiveId" clId="{5BAF2AF6-0E4B-47C9-85B0-C0A012381863}" dt="2026-07-01T02:39:12.454" v="7514" actId="1076"/>
          <ac:spMkLst>
            <pc:docMk/>
            <pc:sldMk cId="0" sldId="279"/>
            <ac:spMk id="22" creationId="{8D6AB454-B71C-C948-7F4F-D48B19FB5327}"/>
          </ac:spMkLst>
        </pc:spChg>
        <pc:spChg chg="add mod">
          <ac:chgData name="은빈 조" userId="7679378d6bb76961" providerId="LiveId" clId="{5BAF2AF6-0E4B-47C9-85B0-C0A012381863}" dt="2026-07-01T02:39:12.454" v="7514" actId="1076"/>
          <ac:spMkLst>
            <pc:docMk/>
            <pc:sldMk cId="0" sldId="279"/>
            <ac:spMk id="24" creationId="{81527DF3-DFE4-163F-8009-C8C1264453B1}"/>
          </ac:spMkLst>
        </pc:spChg>
        <pc:spChg chg="add mod">
          <ac:chgData name="은빈 조" userId="7679378d6bb76961" providerId="LiveId" clId="{5BAF2AF6-0E4B-47C9-85B0-C0A012381863}" dt="2026-07-01T02:39:25.556" v="7517" actId="20577"/>
          <ac:spMkLst>
            <pc:docMk/>
            <pc:sldMk cId="0" sldId="279"/>
            <ac:spMk id="26" creationId="{E6E1B7D0-3296-8885-9833-085438F559C8}"/>
          </ac:spMkLst>
        </pc:spChg>
        <pc:picChg chg="add del mod">
          <ac:chgData name="은빈 조" userId="7679378d6bb76961" providerId="LiveId" clId="{5BAF2AF6-0E4B-47C9-85B0-C0A012381863}" dt="2026-06-29T08:07:49.539" v="2249" actId="21"/>
          <ac:picMkLst>
            <pc:docMk/>
            <pc:sldMk cId="0" sldId="279"/>
            <ac:picMk id="17" creationId="{00000000-0000-0000-0000-000000000000}"/>
          </ac:picMkLst>
        </pc:picChg>
        <pc:picChg chg="add del mod">
          <ac:chgData name="은빈 조" userId="7679378d6bb76961" providerId="LiveId" clId="{5BAF2AF6-0E4B-47C9-85B0-C0A012381863}" dt="2026-06-29T08:07:49.539" v="2249" actId="21"/>
          <ac:picMkLst>
            <pc:docMk/>
            <pc:sldMk cId="0" sldId="279"/>
            <ac:picMk id="18" creationId="{00000000-0000-0000-0000-000000000000}"/>
          </ac:picMkLst>
        </pc:picChg>
      </pc:sldChg>
      <pc:sldChg chg="addSp delSp modSp mod ord">
        <pc:chgData name="은빈 조" userId="7679378d6bb76961" providerId="LiveId" clId="{5BAF2AF6-0E4B-47C9-85B0-C0A012381863}" dt="2026-07-01T02:42:31.735" v="7573"/>
        <pc:sldMkLst>
          <pc:docMk/>
          <pc:sldMk cId="0" sldId="280"/>
        </pc:sldMkLst>
        <pc:spChg chg="mod">
          <ac:chgData name="은빈 조" userId="7679378d6bb76961" providerId="LiveId" clId="{5BAF2AF6-0E4B-47C9-85B0-C0A012381863}" dt="2026-07-01T02:39:56.557" v="7530" actId="20577"/>
          <ac:spMkLst>
            <pc:docMk/>
            <pc:sldMk cId="0" sldId="280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1:00.400" v="7566" actId="20577"/>
          <ac:spMkLst>
            <pc:docMk/>
            <pc:sldMk cId="0" sldId="280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8:19:15.090" v="2434" actId="20577"/>
          <ac:spMkLst>
            <pc:docMk/>
            <pc:sldMk cId="0" sldId="280"/>
            <ac:spMk id="17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0:43.357" v="7532" actId="113"/>
          <ac:spMkLst>
            <pc:docMk/>
            <pc:sldMk cId="0" sldId="280"/>
            <ac:spMk id="20" creationId="{00000000-0000-0000-0000-000000000000}"/>
          </ac:spMkLst>
        </pc:spChg>
      </pc:sldChg>
      <pc:sldChg chg="addSp delSp modSp mod ord">
        <pc:chgData name="은빈 조" userId="7679378d6bb76961" providerId="LiveId" clId="{5BAF2AF6-0E4B-47C9-85B0-C0A012381863}" dt="2026-07-01T02:41:26.992" v="7571"/>
        <pc:sldMkLst>
          <pc:docMk/>
          <pc:sldMk cId="0" sldId="281"/>
        </pc:sldMkLst>
        <pc:spChg chg="mod">
          <ac:chgData name="은빈 조" userId="7679378d6bb76961" providerId="LiveId" clId="{5BAF2AF6-0E4B-47C9-85B0-C0A012381863}" dt="2026-06-29T08:22:09.353" v="2458"/>
          <ac:spMkLst>
            <pc:docMk/>
            <pc:sldMk cId="0" sldId="281"/>
            <ac:spMk id="2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1:17.194" v="7569" actId="20577"/>
          <ac:spMkLst>
            <pc:docMk/>
            <pc:sldMk cId="0" sldId="281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8:22:05.059" v="2457" actId="20577"/>
          <ac:spMkLst>
            <pc:docMk/>
            <pc:sldMk cId="0" sldId="281"/>
            <ac:spMk id="4" creationId="{00000000-0000-0000-0000-000000000000}"/>
          </ac:spMkLst>
        </pc:spChg>
        <pc:spChg chg="add mod">
          <ac:chgData name="은빈 조" userId="7679378d6bb76961" providerId="LiveId" clId="{5BAF2AF6-0E4B-47C9-85B0-C0A012381863}" dt="2026-06-29T08:25:35.570" v="2647" actId="14100"/>
          <ac:spMkLst>
            <pc:docMk/>
            <pc:sldMk cId="0" sldId="281"/>
            <ac:spMk id="19" creationId="{FA76CF5F-4EFD-EB79-CE66-973AE08AB5B4}"/>
          </ac:spMkLst>
        </pc:spChg>
        <pc:spChg chg="add mod">
          <ac:chgData name="은빈 조" userId="7679378d6bb76961" providerId="LiveId" clId="{5BAF2AF6-0E4B-47C9-85B0-C0A012381863}" dt="2026-06-29T08:25:35.570" v="2647" actId="14100"/>
          <ac:spMkLst>
            <pc:docMk/>
            <pc:sldMk cId="0" sldId="281"/>
            <ac:spMk id="21" creationId="{6DDAA8EB-72A3-6D87-F85B-E6E0A4DD3C71}"/>
          </ac:spMkLst>
        </pc:spChg>
        <pc:spChg chg="add mod">
          <ac:chgData name="은빈 조" userId="7679378d6bb76961" providerId="LiveId" clId="{5BAF2AF6-0E4B-47C9-85B0-C0A012381863}" dt="2026-06-29T08:25:39.980" v="2648" actId="20577"/>
          <ac:spMkLst>
            <pc:docMk/>
            <pc:sldMk cId="0" sldId="281"/>
            <ac:spMk id="23" creationId="{D1AFE014-4794-3EB3-65B6-57AFB2C88863}"/>
          </ac:spMkLst>
        </pc:spChg>
      </pc:sldChg>
      <pc:sldChg chg="modSp mod">
        <pc:chgData name="은빈 조" userId="7679378d6bb76961" providerId="LiveId" clId="{5BAF2AF6-0E4B-47C9-85B0-C0A012381863}" dt="2026-07-01T02:43:13.371" v="7576" actId="113"/>
        <pc:sldMkLst>
          <pc:docMk/>
          <pc:sldMk cId="0" sldId="282"/>
        </pc:sldMkLst>
        <pc:spChg chg="mod">
          <ac:chgData name="은빈 조" userId="7679378d6bb76961" providerId="LiveId" clId="{5BAF2AF6-0E4B-47C9-85B0-C0A012381863}" dt="2026-06-29T08:30:12.875" v="2651" actId="20577"/>
          <ac:spMkLst>
            <pc:docMk/>
            <pc:sldMk cId="0" sldId="282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9:42:10.549" v="3140" actId="14100"/>
          <ac:spMkLst>
            <pc:docMk/>
            <pc:sldMk cId="0" sldId="282"/>
            <ac:spMk id="8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3:13.371" v="7576" actId="113"/>
          <ac:spMkLst>
            <pc:docMk/>
            <pc:sldMk cId="0" sldId="282"/>
            <ac:spMk id="10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7-01T02:43:29.555" v="7590" actId="20577"/>
        <pc:sldMkLst>
          <pc:docMk/>
          <pc:sldMk cId="0" sldId="283"/>
        </pc:sldMkLst>
        <pc:spChg chg="mod">
          <ac:chgData name="은빈 조" userId="7679378d6bb76961" providerId="LiveId" clId="{5BAF2AF6-0E4B-47C9-85B0-C0A012381863}" dt="2026-07-01T02:43:29.555" v="7590" actId="20577"/>
          <ac:spMkLst>
            <pc:docMk/>
            <pc:sldMk cId="0" sldId="283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8:32:30.787" v="2750" actId="20577"/>
          <ac:spMkLst>
            <pc:docMk/>
            <pc:sldMk cId="0" sldId="283"/>
            <ac:spMk id="4" creationId="{00000000-0000-0000-0000-000000000000}"/>
          </ac:spMkLst>
        </pc:spChg>
        <pc:picChg chg="mod modCrop">
          <ac:chgData name="은빈 조" userId="7679378d6bb76961" providerId="LiveId" clId="{5BAF2AF6-0E4B-47C9-85B0-C0A012381863}" dt="2026-06-29T08:48:58.055" v="2851" actId="1076"/>
          <ac:picMkLst>
            <pc:docMk/>
            <pc:sldMk cId="0" sldId="283"/>
            <ac:picMk id="6" creationId="{00000000-0000-0000-0000-000000000000}"/>
          </ac:picMkLst>
        </pc:picChg>
      </pc:sldChg>
      <pc:sldChg chg="modSp mod">
        <pc:chgData name="은빈 조" userId="7679378d6bb76961" providerId="LiveId" clId="{5BAF2AF6-0E4B-47C9-85B0-C0A012381863}" dt="2026-07-01T02:44:09.819" v="7597" actId="20577"/>
        <pc:sldMkLst>
          <pc:docMk/>
          <pc:sldMk cId="0" sldId="284"/>
        </pc:sldMkLst>
        <pc:spChg chg="mod">
          <ac:chgData name="은빈 조" userId="7679378d6bb76961" providerId="LiveId" clId="{5BAF2AF6-0E4B-47C9-85B0-C0A012381863}" dt="2026-06-29T08:32:43.382" v="2751" actId="2711"/>
          <ac:spMkLst>
            <pc:docMk/>
            <pc:sldMk cId="0" sldId="284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4:09.819" v="7597" actId="20577"/>
          <ac:spMkLst>
            <pc:docMk/>
            <pc:sldMk cId="0" sldId="284"/>
            <ac:spMk id="17" creationId="{00000000-0000-0000-0000-000000000000}"/>
          </ac:spMkLst>
        </pc:spChg>
        <pc:picChg chg="mod modCrop">
          <ac:chgData name="은빈 조" userId="7679378d6bb76961" providerId="LiveId" clId="{5BAF2AF6-0E4B-47C9-85B0-C0A012381863}" dt="2026-06-29T11:32:45.164" v="5483" actId="1076"/>
          <ac:picMkLst>
            <pc:docMk/>
            <pc:sldMk cId="0" sldId="284"/>
            <ac:picMk id="7" creationId="{00000000-0000-0000-0000-000000000000}"/>
          </ac:picMkLst>
        </pc:picChg>
        <pc:picChg chg="mod modCrop">
          <ac:chgData name="은빈 조" userId="7679378d6bb76961" providerId="LiveId" clId="{5BAF2AF6-0E4B-47C9-85B0-C0A012381863}" dt="2026-06-29T08:33:07.965" v="2752" actId="732"/>
          <ac:picMkLst>
            <pc:docMk/>
            <pc:sldMk cId="0" sldId="284"/>
            <ac:picMk id="10" creationId="{00000000-0000-0000-0000-000000000000}"/>
          </ac:picMkLst>
        </pc:picChg>
      </pc:sldChg>
      <pc:sldChg chg="modSp mod">
        <pc:chgData name="은빈 조" userId="7679378d6bb76961" providerId="LiveId" clId="{5BAF2AF6-0E4B-47C9-85B0-C0A012381863}" dt="2026-07-01T02:45:07.906" v="7606" actId="1076"/>
        <pc:sldMkLst>
          <pc:docMk/>
          <pc:sldMk cId="0" sldId="285"/>
        </pc:sldMkLst>
        <pc:spChg chg="mod">
          <ac:chgData name="은빈 조" userId="7679378d6bb76961" providerId="LiveId" clId="{5BAF2AF6-0E4B-47C9-85B0-C0A012381863}" dt="2026-06-29T08:34:20.875" v="2773" actId="2711"/>
          <ac:spMkLst>
            <pc:docMk/>
            <pc:sldMk cId="0" sldId="285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4:46.114" v="7602" actId="6549"/>
          <ac:spMkLst>
            <pc:docMk/>
            <pc:sldMk cId="0" sldId="285"/>
            <ac:spMk id="16" creationId="{00000000-0000-0000-0000-000000000000}"/>
          </ac:spMkLst>
        </pc:spChg>
        <pc:spChg chg="mod">
          <ac:chgData name="은빈 조" userId="7679378d6bb76961" providerId="LiveId" clId="{5BAF2AF6-0E4B-47C9-85B0-C0A012381863}" dt="2026-06-29T09:33:16.867" v="2862" actId="20577"/>
          <ac:spMkLst>
            <pc:docMk/>
            <pc:sldMk cId="0" sldId="285"/>
            <ac:spMk id="19" creationId="{00000000-0000-0000-0000-000000000000}"/>
          </ac:spMkLst>
        </pc:spChg>
        <pc:picChg chg="mod modCrop">
          <ac:chgData name="은빈 조" userId="7679378d6bb76961" providerId="LiveId" clId="{5BAF2AF6-0E4B-47C9-85B0-C0A012381863}" dt="2026-06-29T08:34:30.046" v="2776" actId="1076"/>
          <ac:picMkLst>
            <pc:docMk/>
            <pc:sldMk cId="0" sldId="285"/>
            <ac:picMk id="7" creationId="{00000000-0000-0000-0000-000000000000}"/>
          </ac:picMkLst>
        </pc:picChg>
        <pc:picChg chg="mod">
          <ac:chgData name="은빈 조" userId="7679378d6bb76961" providerId="LiveId" clId="{5BAF2AF6-0E4B-47C9-85B0-C0A012381863}" dt="2026-07-01T02:45:07.906" v="7606" actId="1076"/>
          <ac:picMkLst>
            <pc:docMk/>
            <pc:sldMk cId="0" sldId="285"/>
            <ac:picMk id="9" creationId="{00000000-0000-0000-0000-000000000000}"/>
          </ac:picMkLst>
        </pc:picChg>
        <pc:picChg chg="mod">
          <ac:chgData name="은빈 조" userId="7679378d6bb76961" providerId="LiveId" clId="{5BAF2AF6-0E4B-47C9-85B0-C0A012381863}" dt="2026-07-01T02:45:05.119" v="7605" actId="14100"/>
          <ac:picMkLst>
            <pc:docMk/>
            <pc:sldMk cId="0" sldId="285"/>
            <ac:picMk id="10" creationId="{00000000-0000-0000-0000-000000000000}"/>
          </ac:picMkLst>
        </pc:picChg>
      </pc:sldChg>
      <pc:sldChg chg="addSp delSp modSp mod">
        <pc:chgData name="은빈 조" userId="7679378d6bb76961" providerId="LiveId" clId="{5BAF2AF6-0E4B-47C9-85B0-C0A012381863}" dt="2026-07-01T02:46:36.979" v="7636" actId="20577"/>
        <pc:sldMkLst>
          <pc:docMk/>
          <pc:sldMk cId="0" sldId="286"/>
        </pc:sldMkLst>
        <pc:spChg chg="mod">
          <ac:chgData name="은빈 조" userId="7679378d6bb76961" providerId="LiveId" clId="{5BAF2AF6-0E4B-47C9-85B0-C0A012381863}" dt="2026-06-29T09:37:12.545" v="2944" actId="2711"/>
          <ac:spMkLst>
            <pc:docMk/>
            <pc:sldMk cId="0" sldId="286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9:55:41.141" v="3333" actId="14100"/>
          <ac:spMkLst>
            <pc:docMk/>
            <pc:sldMk cId="0" sldId="286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6-29T09:55:55.372" v="3338" actId="14100"/>
          <ac:spMkLst>
            <pc:docMk/>
            <pc:sldMk cId="0" sldId="286"/>
            <ac:spMk id="16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6:36.979" v="7636" actId="20577"/>
          <ac:spMkLst>
            <pc:docMk/>
            <pc:sldMk cId="0" sldId="286"/>
            <ac:spMk id="19" creationId="{00000000-0000-0000-0000-000000000000}"/>
          </ac:spMkLst>
        </pc:spChg>
        <pc:spChg chg="add mod ord">
          <ac:chgData name="은빈 조" userId="7679378d6bb76961" providerId="LiveId" clId="{5BAF2AF6-0E4B-47C9-85B0-C0A012381863}" dt="2026-06-29T09:55:46.521" v="3334" actId="1076"/>
          <ac:spMkLst>
            <pc:docMk/>
            <pc:sldMk cId="0" sldId="286"/>
            <ac:spMk id="29" creationId="{37F1F14B-0F70-DF83-536F-BDF724CD23F1}"/>
          </ac:spMkLst>
        </pc:spChg>
        <pc:picChg chg="mod modCrop">
          <ac:chgData name="은빈 조" userId="7679378d6bb76961" providerId="LiveId" clId="{5BAF2AF6-0E4B-47C9-85B0-C0A012381863}" dt="2026-06-29T09:35:36.660" v="2933" actId="1076"/>
          <ac:picMkLst>
            <pc:docMk/>
            <pc:sldMk cId="0" sldId="286"/>
            <ac:picMk id="12" creationId="{00000000-0000-0000-0000-000000000000}"/>
          </ac:picMkLst>
        </pc:picChg>
        <pc:picChg chg="add mod">
          <ac:chgData name="은빈 조" userId="7679378d6bb76961" providerId="LiveId" clId="{5BAF2AF6-0E4B-47C9-85B0-C0A012381863}" dt="2026-06-29T09:36:37.827" v="2938" actId="1076"/>
          <ac:picMkLst>
            <pc:docMk/>
            <pc:sldMk cId="0" sldId="286"/>
            <ac:picMk id="23" creationId="{76BD4612-E335-A266-4E5D-C0F4C6B64131}"/>
          </ac:picMkLst>
        </pc:picChg>
        <pc:picChg chg="add mod">
          <ac:chgData name="은빈 조" userId="7679378d6bb76961" providerId="LiveId" clId="{5BAF2AF6-0E4B-47C9-85B0-C0A012381863}" dt="2026-06-29T09:37:02.673" v="2943" actId="1076"/>
          <ac:picMkLst>
            <pc:docMk/>
            <pc:sldMk cId="0" sldId="286"/>
            <ac:picMk id="25" creationId="{04EEF307-86E3-C515-F892-7947535B5BD4}"/>
          </ac:picMkLst>
        </pc:picChg>
        <pc:picChg chg="add mod">
          <ac:chgData name="은빈 조" userId="7679378d6bb76961" providerId="LiveId" clId="{5BAF2AF6-0E4B-47C9-85B0-C0A012381863}" dt="2026-06-29T09:55:46.521" v="3334" actId="1076"/>
          <ac:picMkLst>
            <pc:docMk/>
            <pc:sldMk cId="0" sldId="286"/>
            <ac:picMk id="27" creationId="{F5519967-F56F-0264-BA05-8D490DAF59CE}"/>
          </ac:picMkLst>
        </pc:picChg>
      </pc:sldChg>
      <pc:sldChg chg="addSp delSp modSp mod">
        <pc:chgData name="은빈 조" userId="7679378d6bb76961" providerId="LiveId" clId="{5BAF2AF6-0E4B-47C9-85B0-C0A012381863}" dt="2026-07-01T02:48:41.525" v="7674" actId="20577"/>
        <pc:sldMkLst>
          <pc:docMk/>
          <pc:sldMk cId="0" sldId="287"/>
        </pc:sldMkLst>
        <pc:spChg chg="mod">
          <ac:chgData name="은빈 조" userId="7679378d6bb76961" providerId="LiveId" clId="{5BAF2AF6-0E4B-47C9-85B0-C0A012381863}" dt="2026-07-01T02:47:06.738" v="7656" actId="5793"/>
          <ac:spMkLst>
            <pc:docMk/>
            <pc:sldMk cId="0" sldId="287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7:25.325" v="7657" actId="21"/>
          <ac:spMkLst>
            <pc:docMk/>
            <pc:sldMk cId="0" sldId="287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48:41.525" v="7674" actId="20577"/>
          <ac:spMkLst>
            <pc:docMk/>
            <pc:sldMk cId="0" sldId="287"/>
            <ac:spMk id="19" creationId="{00000000-0000-0000-0000-000000000000}"/>
          </ac:spMkLst>
        </pc:spChg>
        <pc:spChg chg="add mod">
          <ac:chgData name="은빈 조" userId="7679378d6bb76961" providerId="LiveId" clId="{5BAF2AF6-0E4B-47C9-85B0-C0A012381863}" dt="2026-07-01T02:48:28.531" v="7673" actId="1076"/>
          <ac:spMkLst>
            <pc:docMk/>
            <pc:sldMk cId="0" sldId="287"/>
            <ac:spMk id="26" creationId="{D05383A6-E943-32CB-2377-640250CF7683}"/>
          </ac:spMkLst>
        </pc:spChg>
        <pc:picChg chg="mod">
          <ac:chgData name="은빈 조" userId="7679378d6bb76961" providerId="LiveId" clId="{5BAF2AF6-0E4B-47C9-85B0-C0A012381863}" dt="2026-06-29T09:54:20.023" v="3317" actId="1076"/>
          <ac:picMkLst>
            <pc:docMk/>
            <pc:sldMk cId="0" sldId="287"/>
            <ac:picMk id="14" creationId="{00000000-0000-0000-0000-000000000000}"/>
          </ac:picMkLst>
        </pc:picChg>
        <pc:picChg chg="add mod modCrop">
          <ac:chgData name="은빈 조" userId="7679378d6bb76961" providerId="LiveId" clId="{5BAF2AF6-0E4B-47C9-85B0-C0A012381863}" dt="2026-06-29T09:44:28.439" v="3232" actId="1076"/>
          <ac:picMkLst>
            <pc:docMk/>
            <pc:sldMk cId="0" sldId="287"/>
            <ac:picMk id="23" creationId="{5A73E15C-F497-F25D-BD43-A91037989159}"/>
          </ac:picMkLst>
        </pc:picChg>
        <pc:picChg chg="add mod modCrop">
          <ac:chgData name="은빈 조" userId="7679378d6bb76961" providerId="LiveId" clId="{5BAF2AF6-0E4B-47C9-85B0-C0A012381863}" dt="2026-06-29T09:44:23.446" v="3230" actId="1076"/>
          <ac:picMkLst>
            <pc:docMk/>
            <pc:sldMk cId="0" sldId="287"/>
            <ac:picMk id="25" creationId="{0FA3ABA5-D5EC-10F4-E6C7-5129ACC7C62A}"/>
          </ac:picMkLst>
        </pc:picChg>
      </pc:sldChg>
      <pc:sldChg chg="addSp delSp modSp mod ord">
        <pc:chgData name="은빈 조" userId="7679378d6bb76961" providerId="LiveId" clId="{5BAF2AF6-0E4B-47C9-85B0-C0A012381863}" dt="2026-07-01T02:51:57.094" v="7712" actId="21"/>
        <pc:sldMkLst>
          <pc:docMk/>
          <pc:sldMk cId="0" sldId="288"/>
        </pc:sldMkLst>
        <pc:spChg chg="mod">
          <ac:chgData name="은빈 조" userId="7679378d6bb76961" providerId="LiveId" clId="{5BAF2AF6-0E4B-47C9-85B0-C0A012381863}" dt="2026-06-29T09:57:33.230" v="3388" actId="2711"/>
          <ac:spMkLst>
            <pc:docMk/>
            <pc:sldMk cId="0" sldId="288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9:57:41.794" v="3393" actId="20577"/>
          <ac:spMkLst>
            <pc:docMk/>
            <pc:sldMk cId="0" sldId="288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09:58:28.717" v="3394" actId="20577"/>
          <ac:spMkLst>
            <pc:docMk/>
            <pc:sldMk cId="0" sldId="288"/>
            <ac:spMk id="10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1:39.521" v="7711" actId="5793"/>
          <ac:spMkLst>
            <pc:docMk/>
            <pc:sldMk cId="0" sldId="288"/>
            <ac:spMk id="11" creationId="{00000000-0000-0000-0000-000000000000}"/>
          </ac:spMkLst>
        </pc:spChg>
        <pc:spChg chg="del mod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13" creationId="{00000000-0000-0000-0000-000000000000}"/>
          </ac:spMkLst>
        </pc:spChg>
        <pc:spChg chg="del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15" creationId="{00000000-0000-0000-0000-000000000000}"/>
          </ac:spMkLst>
        </pc:spChg>
        <pc:spChg chg="del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17" creationId="{00000000-0000-0000-0000-000000000000}"/>
          </ac:spMkLst>
        </pc:spChg>
        <pc:spChg chg="del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21" creationId="{00000000-0000-0000-0000-000000000000}"/>
          </ac:spMkLst>
        </pc:spChg>
        <pc:spChg chg="del mod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23" creationId="{00000000-0000-0000-0000-000000000000}"/>
          </ac:spMkLst>
        </pc:spChg>
        <pc:spChg chg="del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24" creationId="{00000000-0000-0000-0000-000000000000}"/>
          </ac:spMkLst>
        </pc:spChg>
        <pc:spChg chg="del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25" creationId="{00000000-0000-0000-0000-000000000000}"/>
          </ac:spMkLst>
        </pc:spChg>
        <pc:spChg chg="del mod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26" creationId="{00000000-0000-0000-0000-000000000000}"/>
          </ac:spMkLst>
        </pc:spChg>
        <pc:spChg chg="del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28" creationId="{00000000-0000-0000-0000-000000000000}"/>
          </ac:spMkLst>
        </pc:spChg>
        <pc:spChg chg="add del mod">
          <ac:chgData name="은빈 조" userId="7679378d6bb76961" providerId="LiveId" clId="{5BAF2AF6-0E4B-47C9-85B0-C0A012381863}" dt="2026-07-01T02:51:57.094" v="7712" actId="21"/>
          <ac:spMkLst>
            <pc:docMk/>
            <pc:sldMk cId="0" sldId="288"/>
            <ac:spMk id="31" creationId="{8215B977-B3E9-5397-74C5-7A9CDD6ADBFF}"/>
          </ac:spMkLst>
        </pc:spChg>
      </pc:sldChg>
      <pc:sldChg chg="addSp modSp mod ord">
        <pc:chgData name="은빈 조" userId="7679378d6bb76961" providerId="LiveId" clId="{5BAF2AF6-0E4B-47C9-85B0-C0A012381863}" dt="2026-07-01T02:57:16.040" v="7781" actId="1076"/>
        <pc:sldMkLst>
          <pc:docMk/>
          <pc:sldMk cId="0" sldId="289"/>
        </pc:sldMkLst>
        <pc:spChg chg="mod">
          <ac:chgData name="은빈 조" userId="7679378d6bb76961" providerId="LiveId" clId="{5BAF2AF6-0E4B-47C9-85B0-C0A012381863}" dt="2026-06-29T10:18:18.046" v="3751" actId="2711"/>
          <ac:spMkLst>
            <pc:docMk/>
            <pc:sldMk cId="0" sldId="289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5:32.285" v="7742" actId="20577"/>
          <ac:spMkLst>
            <pc:docMk/>
            <pc:sldMk cId="0" sldId="289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6:03.867" v="7774" actId="6549"/>
          <ac:spMkLst>
            <pc:docMk/>
            <pc:sldMk cId="0" sldId="289"/>
            <ac:spMk id="8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5:49.566" v="7743" actId="21"/>
          <ac:spMkLst>
            <pc:docMk/>
            <pc:sldMk cId="0" sldId="289"/>
            <ac:spMk id="12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4:38.954" v="7730" actId="20577"/>
          <ac:spMkLst>
            <pc:docMk/>
            <pc:sldMk cId="0" sldId="289"/>
            <ac:spMk id="15" creationId="{00000000-0000-0000-0000-000000000000}"/>
          </ac:spMkLst>
        </pc:spChg>
        <pc:picChg chg="add mod">
          <ac:chgData name="은빈 조" userId="7679378d6bb76961" providerId="LiveId" clId="{5BAF2AF6-0E4B-47C9-85B0-C0A012381863}" dt="2026-07-01T02:54:45.300" v="7731" actId="1076"/>
          <ac:picMkLst>
            <pc:docMk/>
            <pc:sldMk cId="0" sldId="289"/>
            <ac:picMk id="19" creationId="{D669D534-D416-2AEF-7200-05056167A61B}"/>
          </ac:picMkLst>
        </pc:picChg>
        <pc:picChg chg="add mod">
          <ac:chgData name="은빈 조" userId="7679378d6bb76961" providerId="LiveId" clId="{5BAF2AF6-0E4B-47C9-85B0-C0A012381863}" dt="2026-07-01T02:57:16.040" v="7781" actId="1076"/>
          <ac:picMkLst>
            <pc:docMk/>
            <pc:sldMk cId="0" sldId="289"/>
            <ac:picMk id="21" creationId="{C361CDFC-DE60-4DB7-692B-8FC2C08D8F00}"/>
          </ac:picMkLst>
        </pc:picChg>
      </pc:sldChg>
      <pc:sldChg chg="modSp mod ord">
        <pc:chgData name="은빈 조" userId="7679378d6bb76961" providerId="LiveId" clId="{5BAF2AF6-0E4B-47C9-85B0-C0A012381863}" dt="2026-07-01T03:03:49.573" v="7873"/>
        <pc:sldMkLst>
          <pc:docMk/>
          <pc:sldMk cId="0" sldId="290"/>
        </pc:sldMkLst>
        <pc:spChg chg="mod">
          <ac:chgData name="은빈 조" userId="7679378d6bb76961" providerId="LiveId" clId="{5BAF2AF6-0E4B-47C9-85B0-C0A012381863}" dt="2026-06-29T10:20:04.215" v="3863" actId="2711"/>
          <ac:spMkLst>
            <pc:docMk/>
            <pc:sldMk cId="0" sldId="290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8:53.698" v="7806" actId="20577"/>
          <ac:spMkLst>
            <pc:docMk/>
            <pc:sldMk cId="0" sldId="290"/>
            <ac:spMk id="10" creationId="{00000000-0000-0000-0000-000000000000}"/>
          </ac:spMkLst>
        </pc:spChg>
      </pc:sldChg>
      <pc:sldChg chg="addSp modSp mod">
        <pc:chgData name="은빈 조" userId="7679378d6bb76961" providerId="LiveId" clId="{5BAF2AF6-0E4B-47C9-85B0-C0A012381863}" dt="2026-07-01T02:53:28.441" v="7725" actId="1076"/>
        <pc:sldMkLst>
          <pc:docMk/>
          <pc:sldMk cId="0" sldId="291"/>
        </pc:sldMkLst>
        <pc:spChg chg="mod">
          <ac:chgData name="은빈 조" userId="7679378d6bb76961" providerId="LiveId" clId="{5BAF2AF6-0E4B-47C9-85B0-C0A012381863}" dt="2026-06-29T11:10:30.357" v="4550" actId="2711"/>
          <ac:spMkLst>
            <pc:docMk/>
            <pc:sldMk cId="0" sldId="291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3:18.907" v="7722" actId="1076"/>
          <ac:spMkLst>
            <pc:docMk/>
            <pc:sldMk cId="0" sldId="291"/>
            <ac:spMk id="14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3:18.907" v="7722" actId="1076"/>
          <ac:spMkLst>
            <pc:docMk/>
            <pc:sldMk cId="0" sldId="291"/>
            <ac:spMk id="15" creationId="{00000000-0000-0000-0000-000000000000}"/>
          </ac:spMkLst>
        </pc:spChg>
        <pc:spChg chg="mod">
          <ac:chgData name="은빈 조" userId="7679378d6bb76961" providerId="LiveId" clId="{5BAF2AF6-0E4B-47C9-85B0-C0A012381863}" dt="2026-07-01T02:53:18.907" v="7722" actId="1076"/>
          <ac:spMkLst>
            <pc:docMk/>
            <pc:sldMk cId="0" sldId="291"/>
            <ac:spMk id="16" creationId="{00000000-0000-0000-0000-000000000000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20" creationId="{93B6433E-BF1B-19CD-CA2D-59A145AD027C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28" creationId="{FA4DC639-15CE-8D68-C151-B99D05AC5E03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32" creationId="{90289ECD-F2EC-71D7-7117-FFE051D69481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34" creationId="{77EB0890-1417-5825-2CB2-42825DB0DC57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36" creationId="{F4FD1575-1492-2C58-0216-C31235CBAA8F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38" creationId="{160864F1-3150-C60B-95B0-03FB186CB0A9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46" creationId="{F91426CC-5B6F-1FA8-F805-ADEEA2E5ACE3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48" creationId="{4246C38B-D95B-B111-3C03-17D14E037122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54" creationId="{524A430F-7B80-2753-3DDE-0F3D8E0D4C6A}"/>
          </ac:spMkLst>
        </pc:spChg>
        <pc:spChg chg="add mod">
          <ac:chgData name="은빈 조" userId="7679378d6bb76961" providerId="LiveId" clId="{5BAF2AF6-0E4B-47C9-85B0-C0A012381863}" dt="2026-07-01T02:53:23.793" v="7724" actId="1076"/>
          <ac:spMkLst>
            <pc:docMk/>
            <pc:sldMk cId="0" sldId="291"/>
            <ac:spMk id="56" creationId="{3CD792DA-B4E5-2E4A-0BB3-0FF4EF580F75}"/>
          </ac:spMkLst>
        </pc:spChg>
        <pc:picChg chg="mod">
          <ac:chgData name="은빈 조" userId="7679378d6bb76961" providerId="LiveId" clId="{5BAF2AF6-0E4B-47C9-85B0-C0A012381863}" dt="2026-07-01T02:53:28.441" v="7725" actId="1076"/>
          <ac:picMkLst>
            <pc:docMk/>
            <pc:sldMk cId="0" sldId="291"/>
            <ac:picMk id="13" creationId="{00000000-0000-0000-0000-000000000000}"/>
          </ac:picMkLst>
        </pc:picChg>
      </pc:sldChg>
      <pc:sldChg chg="addSp delSp modSp mod">
        <pc:chgData name="은빈 조" userId="7679378d6bb76961" providerId="LiveId" clId="{5BAF2AF6-0E4B-47C9-85B0-C0A012381863}" dt="2026-07-01T03:02:46.330" v="7859" actId="14100"/>
        <pc:sldMkLst>
          <pc:docMk/>
          <pc:sldMk cId="0" sldId="292"/>
        </pc:sldMkLst>
        <pc:spChg chg="mod">
          <ac:chgData name="은빈 조" userId="7679378d6bb76961" providerId="LiveId" clId="{5BAF2AF6-0E4B-47C9-85B0-C0A012381863}" dt="2026-06-29T10:23:49.262" v="4119" actId="2711"/>
          <ac:spMkLst>
            <pc:docMk/>
            <pc:sldMk cId="0" sldId="292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11:36:30.085" v="5728" actId="14100"/>
          <ac:spMkLst>
            <pc:docMk/>
            <pc:sldMk cId="0" sldId="292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11:38:00.238" v="5873" actId="1076"/>
          <ac:spMkLst>
            <pc:docMk/>
            <pc:sldMk cId="0" sldId="292"/>
            <ac:spMk id="20" creationId="{00000000-0000-0000-0000-000000000000}"/>
          </ac:spMkLst>
        </pc:spChg>
        <pc:spChg chg="mod">
          <ac:chgData name="은빈 조" userId="7679378d6bb76961" providerId="LiveId" clId="{5BAF2AF6-0E4B-47C9-85B0-C0A012381863}" dt="2026-06-29T11:38:00.238" v="5873" actId="1076"/>
          <ac:spMkLst>
            <pc:docMk/>
            <pc:sldMk cId="0" sldId="292"/>
            <ac:spMk id="21" creationId="{00000000-0000-0000-0000-000000000000}"/>
          </ac:spMkLst>
        </pc:spChg>
        <pc:spChg chg="mod">
          <ac:chgData name="은빈 조" userId="7679378d6bb76961" providerId="LiveId" clId="{5BAF2AF6-0E4B-47C9-85B0-C0A012381863}" dt="2026-06-29T11:38:00.238" v="5873" actId="1076"/>
          <ac:spMkLst>
            <pc:docMk/>
            <pc:sldMk cId="0" sldId="292"/>
            <ac:spMk id="22" creationId="{00000000-0000-0000-0000-000000000000}"/>
          </ac:spMkLst>
        </pc:spChg>
        <pc:spChg chg="mod">
          <ac:chgData name="은빈 조" userId="7679378d6bb76961" providerId="LiveId" clId="{5BAF2AF6-0E4B-47C9-85B0-C0A012381863}" dt="2026-06-29T11:38:00.238" v="5873" actId="1076"/>
          <ac:spMkLst>
            <pc:docMk/>
            <pc:sldMk cId="0" sldId="292"/>
            <ac:spMk id="26" creationId="{00000000-0000-0000-0000-000000000000}"/>
          </ac:spMkLst>
        </pc:spChg>
        <pc:spChg chg="mod">
          <ac:chgData name="은빈 조" userId="7679378d6bb76961" providerId="LiveId" clId="{5BAF2AF6-0E4B-47C9-85B0-C0A012381863}" dt="2026-06-29T11:38:00.238" v="5873" actId="1076"/>
          <ac:spMkLst>
            <pc:docMk/>
            <pc:sldMk cId="0" sldId="292"/>
            <ac:spMk id="27" creationId="{00000000-0000-0000-0000-000000000000}"/>
          </ac:spMkLst>
        </pc:spChg>
        <pc:spChg chg="mod">
          <ac:chgData name="은빈 조" userId="7679378d6bb76961" providerId="LiveId" clId="{5BAF2AF6-0E4B-47C9-85B0-C0A012381863}" dt="2026-07-01T03:02:46.330" v="7859" actId="14100"/>
          <ac:spMkLst>
            <pc:docMk/>
            <pc:sldMk cId="0" sldId="292"/>
            <ac:spMk id="28" creationId="{00000000-0000-0000-0000-000000000000}"/>
          </ac:spMkLst>
        </pc:spChg>
        <pc:spChg chg="add mod">
          <ac:chgData name="은빈 조" userId="7679378d6bb76961" providerId="LiveId" clId="{5BAF2AF6-0E4B-47C9-85B0-C0A012381863}" dt="2026-06-29T11:38:06.064" v="5875" actId="1076"/>
          <ac:spMkLst>
            <pc:docMk/>
            <pc:sldMk cId="0" sldId="292"/>
            <ac:spMk id="39" creationId="{607C7338-1AD3-187A-5AFA-95BF4E243788}"/>
          </ac:spMkLst>
        </pc:spChg>
        <pc:spChg chg="add mod">
          <ac:chgData name="은빈 조" userId="7679378d6bb76961" providerId="LiveId" clId="{5BAF2AF6-0E4B-47C9-85B0-C0A012381863}" dt="2026-06-29T11:38:06.064" v="5875" actId="1076"/>
          <ac:spMkLst>
            <pc:docMk/>
            <pc:sldMk cId="0" sldId="292"/>
            <ac:spMk id="41" creationId="{5F804769-B78C-ADB5-91AA-C8A518A90E8F}"/>
          </ac:spMkLst>
        </pc:spChg>
        <pc:spChg chg="add mod">
          <ac:chgData name="은빈 조" userId="7679378d6bb76961" providerId="LiveId" clId="{5BAF2AF6-0E4B-47C9-85B0-C0A012381863}" dt="2026-06-29T11:38:06.064" v="5875" actId="1076"/>
          <ac:spMkLst>
            <pc:docMk/>
            <pc:sldMk cId="0" sldId="292"/>
            <ac:spMk id="43" creationId="{C1D3152F-78B8-39BF-FAB6-961B128818FA}"/>
          </ac:spMkLst>
        </pc:spChg>
        <pc:spChg chg="add mod">
          <ac:chgData name="은빈 조" userId="7679378d6bb76961" providerId="LiveId" clId="{5BAF2AF6-0E4B-47C9-85B0-C0A012381863}" dt="2026-06-29T11:38:06.064" v="5875" actId="1076"/>
          <ac:spMkLst>
            <pc:docMk/>
            <pc:sldMk cId="0" sldId="292"/>
            <ac:spMk id="45" creationId="{75F85C33-D1DC-B529-7BA2-F9A79CC09372}"/>
          </ac:spMkLst>
        </pc:spChg>
        <pc:spChg chg="add mod">
          <ac:chgData name="은빈 조" userId="7679378d6bb76961" providerId="LiveId" clId="{5BAF2AF6-0E4B-47C9-85B0-C0A012381863}" dt="2026-06-29T11:38:06.064" v="5875" actId="1076"/>
          <ac:spMkLst>
            <pc:docMk/>
            <pc:sldMk cId="0" sldId="292"/>
            <ac:spMk id="47" creationId="{9C6C77F6-17A2-89FB-D3B7-96A425F3AF5F}"/>
          </ac:spMkLst>
        </pc:spChg>
        <pc:spChg chg="add mod">
          <ac:chgData name="은빈 조" userId="7679378d6bb76961" providerId="LiveId" clId="{5BAF2AF6-0E4B-47C9-85B0-C0A012381863}" dt="2026-07-01T03:02:34.994" v="7858" actId="20577"/>
          <ac:spMkLst>
            <pc:docMk/>
            <pc:sldMk cId="0" sldId="292"/>
            <ac:spMk id="49" creationId="{3128D0F8-DC3B-0515-6D43-B711619B1FAA}"/>
          </ac:spMkLst>
        </pc:spChg>
        <pc:spChg chg="add mod">
          <ac:chgData name="은빈 조" userId="7679378d6bb76961" providerId="LiveId" clId="{5BAF2AF6-0E4B-47C9-85B0-C0A012381863}" dt="2026-07-01T02:52:45.435" v="7715" actId="1076"/>
          <ac:spMkLst>
            <pc:docMk/>
            <pc:sldMk cId="0" sldId="292"/>
            <ac:spMk id="51" creationId="{5AC4063E-6430-A52B-97A5-C005AF0AC37E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53" creationId="{5DF3AD5A-2BBE-C303-C746-63299672CF93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61" creationId="{919281D5-CBAD-AD60-B59D-83DF786F83CC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65" creationId="{C969CED9-2396-9FE3-5D72-E66A5207A1A0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69" creationId="{3B56F44A-D7B8-22B8-37AD-B900761C7D59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71" creationId="{8B4ECF95-A147-EDFA-572D-8DF1438230DC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73" creationId="{D2776676-DF9D-FA9C-8469-9CF9ABE5B645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77" creationId="{773A89BB-2957-0B12-63FF-1490B8099A94}"/>
          </ac:spMkLst>
        </pc:spChg>
        <pc:spChg chg="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79" creationId="{4D982E1E-EC35-A13C-5DEF-99FC634D6AFD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81" creationId="{C6B783A1-4386-1439-A2B1-B4981FE84E4C}"/>
          </ac:spMkLst>
        </pc:spChg>
        <pc:spChg chg="add del mod">
          <ac:chgData name="은빈 조" userId="7679378d6bb76961" providerId="LiveId" clId="{5BAF2AF6-0E4B-47C9-85B0-C0A012381863}" dt="2026-07-01T02:52:46.968" v="7717" actId="22"/>
          <ac:spMkLst>
            <pc:docMk/>
            <pc:sldMk cId="0" sldId="292"/>
            <ac:spMk id="83" creationId="{3B405D9A-046C-CF3F-0347-144F3FB0E0AF}"/>
          </ac:spMkLst>
        </pc:spChg>
        <pc:picChg chg="mod">
          <ac:chgData name="은빈 조" userId="7679378d6bb76961" providerId="LiveId" clId="{5BAF2AF6-0E4B-47C9-85B0-C0A012381863}" dt="2026-07-01T02:52:27.289" v="7713" actId="1076"/>
          <ac:picMkLst>
            <pc:docMk/>
            <pc:sldMk cId="0" sldId="292"/>
            <ac:picMk id="5" creationId="{00000000-0000-0000-0000-000000000000}"/>
          </ac:picMkLst>
        </pc:picChg>
        <pc:picChg chg="add mod">
          <ac:chgData name="은빈 조" userId="7679378d6bb76961" providerId="LiveId" clId="{5BAF2AF6-0E4B-47C9-85B0-C0A012381863}" dt="2026-06-29T11:10:45.549" v="4555" actId="1076"/>
          <ac:picMkLst>
            <pc:docMk/>
            <pc:sldMk cId="0" sldId="292"/>
            <ac:picMk id="37" creationId="{AB2A865C-F425-0AE4-A011-AE149AF72757}"/>
          </ac:picMkLst>
        </pc:picChg>
        <pc:picChg chg="add mod">
          <ac:chgData name="은빈 조" userId="7679378d6bb76961" providerId="LiveId" clId="{5BAF2AF6-0E4B-47C9-85B0-C0A012381863}" dt="2026-07-01T03:01:52.026" v="7812" actId="1076"/>
          <ac:picMkLst>
            <pc:docMk/>
            <pc:sldMk cId="0" sldId="292"/>
            <ac:picMk id="89" creationId="{3FC55A45-9BAD-73EE-A1EE-16DB0346C297}"/>
          </ac:picMkLst>
        </pc:picChg>
      </pc:sldChg>
      <pc:sldChg chg="modSp mod">
        <pc:chgData name="은빈 조" userId="7679378d6bb76961" providerId="LiveId" clId="{5BAF2AF6-0E4B-47C9-85B0-C0A012381863}" dt="2026-07-01T03:04:20.678" v="7874" actId="14100"/>
        <pc:sldMkLst>
          <pc:docMk/>
          <pc:sldMk cId="0" sldId="293"/>
        </pc:sldMkLst>
        <pc:spChg chg="mod">
          <ac:chgData name="은빈 조" userId="7679378d6bb76961" providerId="LiveId" clId="{5BAF2AF6-0E4B-47C9-85B0-C0A012381863}" dt="2026-06-29T10:41:27.399" v="4197" actId="2711"/>
          <ac:spMkLst>
            <pc:docMk/>
            <pc:sldMk cId="0" sldId="293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11:25:33.006" v="5392" actId="20577"/>
          <ac:spMkLst>
            <pc:docMk/>
            <pc:sldMk cId="0" sldId="293"/>
            <ac:spMk id="4" creationId="{00000000-0000-0000-0000-000000000000}"/>
          </ac:spMkLst>
        </pc:spChg>
        <pc:spChg chg="mod">
          <ac:chgData name="은빈 조" userId="7679378d6bb76961" providerId="LiveId" clId="{5BAF2AF6-0E4B-47C9-85B0-C0A012381863}" dt="2026-06-29T11:25:43.280" v="5394" actId="20577"/>
          <ac:spMkLst>
            <pc:docMk/>
            <pc:sldMk cId="0" sldId="293"/>
            <ac:spMk id="7" creationId="{00000000-0000-0000-0000-000000000000}"/>
          </ac:spMkLst>
        </pc:spChg>
        <pc:spChg chg="mod">
          <ac:chgData name="은빈 조" userId="7679378d6bb76961" providerId="LiveId" clId="{5BAF2AF6-0E4B-47C9-85B0-C0A012381863}" dt="2026-06-29T11:25:51.523" v="5404" actId="20577"/>
          <ac:spMkLst>
            <pc:docMk/>
            <pc:sldMk cId="0" sldId="293"/>
            <ac:spMk id="10" creationId="{00000000-0000-0000-0000-000000000000}"/>
          </ac:spMkLst>
        </pc:spChg>
        <pc:spChg chg="mod">
          <ac:chgData name="은빈 조" userId="7679378d6bb76961" providerId="LiveId" clId="{5BAF2AF6-0E4B-47C9-85B0-C0A012381863}" dt="2026-07-01T03:04:20.678" v="7874" actId="14100"/>
          <ac:spMkLst>
            <pc:docMk/>
            <pc:sldMk cId="0" sldId="293"/>
            <ac:spMk id="16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6-29T11:26:27.625" v="5413" actId="20577"/>
        <pc:sldMkLst>
          <pc:docMk/>
          <pc:sldMk cId="0" sldId="294"/>
        </pc:sldMkLst>
        <pc:spChg chg="mod">
          <ac:chgData name="은빈 조" userId="7679378d6bb76961" providerId="LiveId" clId="{5BAF2AF6-0E4B-47C9-85B0-C0A012381863}" dt="2026-06-29T10:41:34.016" v="4198" actId="2711"/>
          <ac:spMkLst>
            <pc:docMk/>
            <pc:sldMk cId="0" sldId="294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11:26:27.625" v="5413" actId="20577"/>
          <ac:spMkLst>
            <pc:docMk/>
            <pc:sldMk cId="0" sldId="294"/>
            <ac:spMk id="10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6-29T10:41:38.627" v="4199" actId="2711"/>
        <pc:sldMkLst>
          <pc:docMk/>
          <pc:sldMk cId="0" sldId="295"/>
        </pc:sldMkLst>
        <pc:spChg chg="mod">
          <ac:chgData name="은빈 조" userId="7679378d6bb76961" providerId="LiveId" clId="{5BAF2AF6-0E4B-47C9-85B0-C0A012381863}" dt="2026-06-29T10:41:38.627" v="4199" actId="2711"/>
          <ac:spMkLst>
            <pc:docMk/>
            <pc:sldMk cId="0" sldId="295"/>
            <ac:spMk id="3" creationId="{00000000-0000-0000-0000-000000000000}"/>
          </ac:spMkLst>
        </pc:spChg>
      </pc:sldChg>
      <pc:sldChg chg="modSp mod">
        <pc:chgData name="은빈 조" userId="7679378d6bb76961" providerId="LiveId" clId="{5BAF2AF6-0E4B-47C9-85B0-C0A012381863}" dt="2026-06-29T08:49:25.709" v="2855" actId="2711"/>
        <pc:sldMkLst>
          <pc:docMk/>
          <pc:sldMk cId="0" sldId="296"/>
        </pc:sldMkLst>
        <pc:spChg chg="mod">
          <ac:chgData name="은빈 조" userId="7679378d6bb76961" providerId="LiveId" clId="{5BAF2AF6-0E4B-47C9-85B0-C0A012381863}" dt="2026-06-29T08:49:25.709" v="2855" actId="2711"/>
          <ac:spMkLst>
            <pc:docMk/>
            <pc:sldMk cId="0" sldId="296"/>
            <ac:spMk id="3" creationId="{00000000-0000-0000-0000-000000000000}"/>
          </ac:spMkLst>
        </pc:spChg>
        <pc:spChg chg="mod">
          <ac:chgData name="은빈 조" userId="7679378d6bb76961" providerId="LiveId" clId="{5BAF2AF6-0E4B-47C9-85B0-C0A012381863}" dt="2026-06-29T08:49:16.162" v="2854" actId="20577"/>
          <ac:spMkLst>
            <pc:docMk/>
            <pc:sldMk cId="0" sldId="296"/>
            <ac:spMk id="4" creationId="{00000000-0000-0000-0000-000000000000}"/>
          </ac:spMkLst>
        </pc:spChg>
      </pc:sldChg>
      <pc:sldChg chg="addSp delSp modSp add mod ord">
        <pc:chgData name="은빈 조" userId="7679378d6bb76961" providerId="LiveId" clId="{5BAF2AF6-0E4B-47C9-85B0-C0A012381863}" dt="2026-07-01T03:03:37.016" v="7871" actId="20577"/>
        <pc:sldMkLst>
          <pc:docMk/>
          <pc:sldMk cId="7826662" sldId="297"/>
        </pc:sldMkLst>
        <pc:spChg chg="mod">
          <ac:chgData name="은빈 조" userId="7679378d6bb76961" providerId="LiveId" clId="{5BAF2AF6-0E4B-47C9-85B0-C0A012381863}" dt="2026-06-29T11:17:23.105" v="4631" actId="20577"/>
          <ac:spMkLst>
            <pc:docMk/>
            <pc:sldMk cId="7826662" sldId="297"/>
            <ac:spMk id="3" creationId="{421783B7-2D07-6B41-6A97-A2DF5F0D463F}"/>
          </ac:spMkLst>
        </pc:spChg>
        <pc:spChg chg="mod">
          <ac:chgData name="은빈 조" userId="7679378d6bb76961" providerId="LiveId" clId="{5BAF2AF6-0E4B-47C9-85B0-C0A012381863}" dt="2026-06-29T11:18:59.825" v="4803" actId="20577"/>
          <ac:spMkLst>
            <pc:docMk/>
            <pc:sldMk cId="7826662" sldId="297"/>
            <ac:spMk id="4" creationId="{C45216E4-A03F-CA4F-5BC3-163850669E9A}"/>
          </ac:spMkLst>
        </pc:spChg>
        <pc:spChg chg="mod">
          <ac:chgData name="은빈 조" userId="7679378d6bb76961" providerId="LiveId" clId="{5BAF2AF6-0E4B-47C9-85B0-C0A012381863}" dt="2026-06-29T11:24:41.712" v="5317" actId="20577"/>
          <ac:spMkLst>
            <pc:docMk/>
            <pc:sldMk cId="7826662" sldId="297"/>
            <ac:spMk id="7" creationId="{FC253024-F793-3691-04B6-6154BDBFFB3E}"/>
          </ac:spMkLst>
        </pc:spChg>
        <pc:spChg chg="mod">
          <ac:chgData name="은빈 조" userId="7679378d6bb76961" providerId="LiveId" clId="{5BAF2AF6-0E4B-47C9-85B0-C0A012381863}" dt="2026-06-29T11:24:17.213" v="5296" actId="1076"/>
          <ac:spMkLst>
            <pc:docMk/>
            <pc:sldMk cId="7826662" sldId="297"/>
            <ac:spMk id="8" creationId="{5BCF3580-4621-120E-89B1-786B62328CD4}"/>
          </ac:spMkLst>
        </pc:spChg>
        <pc:spChg chg="mod">
          <ac:chgData name="은빈 조" userId="7679378d6bb76961" providerId="LiveId" clId="{5BAF2AF6-0E4B-47C9-85B0-C0A012381863}" dt="2026-06-29T11:18:11.681" v="4650" actId="20577"/>
          <ac:spMkLst>
            <pc:docMk/>
            <pc:sldMk cId="7826662" sldId="297"/>
            <ac:spMk id="9" creationId="{987D9824-4C54-A380-9E46-8969996CF8D6}"/>
          </ac:spMkLst>
        </pc:spChg>
        <pc:spChg chg="mod">
          <ac:chgData name="은빈 조" userId="7679378d6bb76961" providerId="LiveId" clId="{5BAF2AF6-0E4B-47C9-85B0-C0A012381863}" dt="2026-07-01T03:03:37.016" v="7871" actId="20577"/>
          <ac:spMkLst>
            <pc:docMk/>
            <pc:sldMk cId="7826662" sldId="297"/>
            <ac:spMk id="10" creationId="{310859CA-D8B1-4D83-C992-C62F1D97739F}"/>
          </ac:spMkLst>
        </pc:spChg>
        <pc:spChg chg="add mod ord">
          <ac:chgData name="은빈 조" userId="7679378d6bb76961" providerId="LiveId" clId="{5BAF2AF6-0E4B-47C9-85B0-C0A012381863}" dt="2026-06-29T11:21:56.755" v="4822" actId="171"/>
          <ac:spMkLst>
            <pc:docMk/>
            <pc:sldMk cId="7826662" sldId="297"/>
            <ac:spMk id="20" creationId="{A57491BE-D79E-8088-E97D-CC9D29AEC109}"/>
          </ac:spMkLst>
        </pc:spChg>
        <pc:picChg chg="add mod">
          <ac:chgData name="은빈 조" userId="7679378d6bb76961" providerId="LiveId" clId="{5BAF2AF6-0E4B-47C9-85B0-C0A012381863}" dt="2026-06-29T11:17:44.031" v="4639" actId="1076"/>
          <ac:picMkLst>
            <pc:docMk/>
            <pc:sldMk cId="7826662" sldId="297"/>
            <ac:picMk id="14" creationId="{8CBBC308-BC9C-2762-931A-BB0D132BFA1F}"/>
          </ac:picMkLst>
        </pc:picChg>
        <pc:picChg chg="add mod">
          <ac:chgData name="은빈 조" userId="7679378d6bb76961" providerId="LiveId" clId="{5BAF2AF6-0E4B-47C9-85B0-C0A012381863}" dt="2026-06-29T11:20:04.598" v="4817" actId="1076"/>
          <ac:picMkLst>
            <pc:docMk/>
            <pc:sldMk cId="7826662" sldId="297"/>
            <ac:picMk id="18" creationId="{3CCF41A3-5FB3-18B0-2839-C02D1DAEAA94}"/>
          </ac:picMkLst>
        </pc:picChg>
      </pc:sldChg>
      <pc:sldChg chg="addSp delSp modSp add mod">
        <pc:chgData name="은빈 조" userId="7679378d6bb76961" providerId="LiveId" clId="{5BAF2AF6-0E4B-47C9-85B0-C0A012381863}" dt="2026-07-01T01:43:50.458" v="6724" actId="20577"/>
        <pc:sldMkLst>
          <pc:docMk/>
          <pc:sldMk cId="2666609346" sldId="298"/>
        </pc:sldMkLst>
        <pc:spChg chg="mod">
          <ac:chgData name="은빈 조" userId="7679378d6bb76961" providerId="LiveId" clId="{5BAF2AF6-0E4B-47C9-85B0-C0A012381863}" dt="2026-07-01T01:43:05.053" v="6526" actId="20577"/>
          <ac:spMkLst>
            <pc:docMk/>
            <pc:sldMk cId="2666609346" sldId="298"/>
            <ac:spMk id="4" creationId="{AB312227-E7AF-D681-7CC6-195AFBB5186C}"/>
          </ac:spMkLst>
        </pc:spChg>
        <pc:spChg chg="mod">
          <ac:chgData name="은빈 조" userId="7679378d6bb76961" providerId="LiveId" clId="{5BAF2AF6-0E4B-47C9-85B0-C0A012381863}" dt="2026-07-01T01:37:45.150" v="6466" actId="1076"/>
          <ac:spMkLst>
            <pc:docMk/>
            <pc:sldMk cId="2666609346" sldId="298"/>
            <ac:spMk id="6" creationId="{3F4F5827-CD25-0EA4-C85F-631958E3CF7E}"/>
          </ac:spMkLst>
        </pc:spChg>
        <pc:spChg chg="mod">
          <ac:chgData name="은빈 조" userId="7679378d6bb76961" providerId="LiveId" clId="{5BAF2AF6-0E4B-47C9-85B0-C0A012381863}" dt="2026-07-01T01:38:16.858" v="6475" actId="1076"/>
          <ac:spMkLst>
            <pc:docMk/>
            <pc:sldMk cId="2666609346" sldId="298"/>
            <ac:spMk id="7" creationId="{89DA78AE-F737-F8AE-0FBA-A26ED7AA6C78}"/>
          </ac:spMkLst>
        </pc:spChg>
        <pc:spChg chg="add del mod">
          <ac:chgData name="은빈 조" userId="7679378d6bb76961" providerId="LiveId" clId="{5BAF2AF6-0E4B-47C9-85B0-C0A012381863}" dt="2026-07-01T01:39:09.376" v="6484" actId="1076"/>
          <ac:spMkLst>
            <pc:docMk/>
            <pc:sldMk cId="2666609346" sldId="298"/>
            <ac:spMk id="8" creationId="{4DDB2692-7AC6-8E36-B623-D38EFA5142E0}"/>
          </ac:spMkLst>
        </pc:spChg>
        <pc:spChg chg="add del mod">
          <ac:chgData name="은빈 조" userId="7679378d6bb76961" providerId="LiveId" clId="{5BAF2AF6-0E4B-47C9-85B0-C0A012381863}" dt="2026-07-01T01:38:27.808" v="6478" actId="1076"/>
          <ac:spMkLst>
            <pc:docMk/>
            <pc:sldMk cId="2666609346" sldId="298"/>
            <ac:spMk id="9" creationId="{385CEC35-E9E5-1E68-363F-424757C88C62}"/>
          </ac:spMkLst>
        </pc:spChg>
        <pc:spChg chg="add del mod">
          <ac:chgData name="은빈 조" userId="7679378d6bb76961" providerId="LiveId" clId="{5BAF2AF6-0E4B-47C9-85B0-C0A012381863}" dt="2026-07-01T01:39:17.272" v="6485" actId="1076"/>
          <ac:spMkLst>
            <pc:docMk/>
            <pc:sldMk cId="2666609346" sldId="298"/>
            <ac:spMk id="10" creationId="{BAD06DC8-C472-C233-CD97-1990C9195D2B}"/>
          </ac:spMkLst>
        </pc:spChg>
        <pc:spChg chg="mod">
          <ac:chgData name="은빈 조" userId="7679378d6bb76961" providerId="LiveId" clId="{5BAF2AF6-0E4B-47C9-85B0-C0A012381863}" dt="2026-07-01T01:43:50.458" v="6724" actId="20577"/>
          <ac:spMkLst>
            <pc:docMk/>
            <pc:sldMk cId="2666609346" sldId="298"/>
            <ac:spMk id="13" creationId="{278EEA6D-ED1F-6798-2BF1-8EDA444CF585}"/>
          </ac:spMkLst>
        </pc:spChg>
        <pc:picChg chg="add mod">
          <ac:chgData name="은빈 조" userId="7679378d6bb76961" providerId="LiveId" clId="{5BAF2AF6-0E4B-47C9-85B0-C0A012381863}" dt="2026-07-01T01:39:41.094" v="6488" actId="14100"/>
          <ac:picMkLst>
            <pc:docMk/>
            <pc:sldMk cId="2666609346" sldId="298"/>
            <ac:picMk id="17" creationId="{CD3CCC26-EA47-19BC-659A-ABD0E3A8E112}"/>
          </ac:picMkLst>
        </pc:picChg>
        <pc:picChg chg="add mod">
          <ac:chgData name="은빈 조" userId="7679378d6bb76961" providerId="LiveId" clId="{5BAF2AF6-0E4B-47C9-85B0-C0A012381863}" dt="2026-07-01T01:39:56.336" v="6491" actId="14100"/>
          <ac:picMkLst>
            <pc:docMk/>
            <pc:sldMk cId="2666609346" sldId="298"/>
            <ac:picMk id="19" creationId="{4795003F-CB15-DB1C-F4CB-62F5114CE7CB}"/>
          </ac:picMkLst>
        </pc:picChg>
        <pc:picChg chg="add mod">
          <ac:chgData name="은빈 조" userId="7679378d6bb76961" providerId="LiveId" clId="{5BAF2AF6-0E4B-47C9-85B0-C0A012381863}" dt="2026-07-01T01:40:19.658" v="6494" actId="14100"/>
          <ac:picMkLst>
            <pc:docMk/>
            <pc:sldMk cId="2666609346" sldId="298"/>
            <ac:picMk id="21" creationId="{265453BD-E5D7-0DCD-FA98-B070F23B6B44}"/>
          </ac:picMkLst>
        </pc:picChg>
        <pc:picChg chg="add mod">
          <ac:chgData name="은빈 조" userId="7679378d6bb76961" providerId="LiveId" clId="{5BAF2AF6-0E4B-47C9-85B0-C0A012381863}" dt="2026-07-01T01:40:50.899" v="6498" actId="1076"/>
          <ac:picMkLst>
            <pc:docMk/>
            <pc:sldMk cId="2666609346" sldId="298"/>
            <ac:picMk id="23" creationId="{E28BC9C6-BB58-712D-8F52-0668D4949E6C}"/>
          </ac:picMkLst>
        </pc:picChg>
        <pc:picChg chg="add mod">
          <ac:chgData name="은빈 조" userId="7679378d6bb76961" providerId="LiveId" clId="{5BAF2AF6-0E4B-47C9-85B0-C0A012381863}" dt="2026-07-01T01:41:31.934" v="6502" actId="1076"/>
          <ac:picMkLst>
            <pc:docMk/>
            <pc:sldMk cId="2666609346" sldId="298"/>
            <ac:picMk id="25" creationId="{D040F608-BD9B-3046-0BA8-E18C2D617ABC}"/>
          </ac:picMkLst>
        </pc:picChg>
        <pc:picChg chg="add mod">
          <ac:chgData name="은빈 조" userId="7679378d6bb76961" providerId="LiveId" clId="{5BAF2AF6-0E4B-47C9-85B0-C0A012381863}" dt="2026-07-01T01:41:53.812" v="6504" actId="1076"/>
          <ac:picMkLst>
            <pc:docMk/>
            <pc:sldMk cId="2666609346" sldId="298"/>
            <ac:picMk id="27" creationId="{4EFD6B10-7E37-B38D-83B9-E6A47A0B2815}"/>
          </ac:picMkLst>
        </pc:picChg>
        <pc:picChg chg="add mod">
          <ac:chgData name="은빈 조" userId="7679378d6bb76961" providerId="LiveId" clId="{5BAF2AF6-0E4B-47C9-85B0-C0A012381863}" dt="2026-07-01T01:42:10.024" v="6506" actId="1076"/>
          <ac:picMkLst>
            <pc:docMk/>
            <pc:sldMk cId="2666609346" sldId="298"/>
            <ac:picMk id="29" creationId="{323F06D9-313A-1B73-2400-4CA3B1AB2D5D}"/>
          </ac:picMkLst>
        </pc:picChg>
        <pc:picChg chg="add mod">
          <ac:chgData name="은빈 조" userId="7679378d6bb76961" providerId="LiveId" clId="{5BAF2AF6-0E4B-47C9-85B0-C0A012381863}" dt="2026-07-01T01:42:36.040" v="6508" actId="1076"/>
          <ac:picMkLst>
            <pc:docMk/>
            <pc:sldMk cId="2666609346" sldId="298"/>
            <ac:picMk id="31" creationId="{A2B7B400-DCF2-7A5A-846A-7B2BAF83578D}"/>
          </ac:picMkLst>
        </pc:picChg>
        <pc:picChg chg="add mod">
          <ac:chgData name="은빈 조" userId="7679378d6bb76961" providerId="LiveId" clId="{5BAF2AF6-0E4B-47C9-85B0-C0A012381863}" dt="2026-07-01T01:42:49.499" v="6510" actId="1076"/>
          <ac:picMkLst>
            <pc:docMk/>
            <pc:sldMk cId="2666609346" sldId="298"/>
            <ac:picMk id="33" creationId="{C4E54D09-FACE-6D65-6F0D-8C5E7205AF39}"/>
          </ac:picMkLst>
        </pc:picChg>
      </pc:sldChg>
      <pc:sldChg chg="modSp add mod ord">
        <pc:chgData name="은빈 조" userId="7679378d6bb76961" providerId="LiveId" clId="{5BAF2AF6-0E4B-47C9-85B0-C0A012381863}" dt="2026-07-01T02:16:33.574" v="7054" actId="20577"/>
        <pc:sldMkLst>
          <pc:docMk/>
          <pc:sldMk cId="3672573114" sldId="299"/>
        </pc:sldMkLst>
        <pc:spChg chg="mod">
          <ac:chgData name="은빈 조" userId="7679378d6bb76961" providerId="LiveId" clId="{5BAF2AF6-0E4B-47C9-85B0-C0A012381863}" dt="2026-07-01T02:16:33.574" v="7054" actId="20577"/>
          <ac:spMkLst>
            <pc:docMk/>
            <pc:sldMk cId="3672573114" sldId="299"/>
            <ac:spMk id="10" creationId="{C11809DD-03A4-0C20-9306-369771D604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95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AEA1-A53E-EF71-9783-28E497B0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116C3-6276-F33A-7763-581EF8F45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ADBFF-9F40-6E44-104C-E699EC808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11956-C114-2A76-234E-11E0636151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31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2779-42F3-40A9-B401-DD0BCDC0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5FFFE-5F19-D1E3-FBBD-899DA2352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FB76B-C3C1-26E3-3690-F2719322D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A20D5-B83F-0866-6CEB-1A53752DC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07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C7851-0CF6-7E15-9078-B4237FFD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1ABE8-E7B4-E30B-F7FA-254F64AB1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95B36-5FAD-3575-86BE-D37EB74E4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101D2-75D1-E3E2-1B9C-8F161D059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448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FE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지도학습과 얕은 신경망</a:t>
            </a:r>
            <a:endParaRPr lang="en-US" sz="52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Supervised Learning &amp; Shallow Neural Networks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50" dirty="0">
                <a:solidFill>
                  <a:srgbClr val="CFE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&amp; 3   ·   </a:t>
            </a:r>
            <a:r>
              <a:rPr lang="ko-KR" altLang="en-US" sz="1300" kern="0" spc="50" dirty="0">
                <a:solidFill>
                  <a:srgbClr val="CFE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조은빈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Chapters 2–3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강의 개요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908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선형회귀에서 출발해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얕은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신경망까지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2140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214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Chapter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지도학습  </a:t>
            </a:r>
            <a:r>
              <a:rPr lang="en-US" sz="1900" b="1" dirty="0">
                <a:solidFill>
                  <a:srgbClr val="1456F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Supervised Learning</a:t>
            </a:r>
            <a:endParaRPr lang="en-US" sz="19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5528" y="31546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· 추론 · 파라미터의 의미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1D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</a:t>
            </a:r>
            <a:endParaRPr lang="en-US" sz="14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Loss(손실)와 손실 표면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경사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하강법</a:t>
            </a:r>
            <a:endParaRPr lang="en-US" sz="14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일반화와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과소·과대적합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2140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1214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Chapter 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얕은 신경망  </a:t>
            </a:r>
            <a:r>
              <a:rPr lang="en-US" sz="1900" b="1" dirty="0">
                <a:solidFill>
                  <a:srgbClr val="1456F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Shallow Networks</a:t>
            </a:r>
            <a:endParaRPr lang="en-US" sz="19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01968" y="31546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ReLU와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함수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직선 →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만듦</a:t>
            </a:r>
            <a:endParaRPr lang="en-US" sz="14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입력·출력과 2D 처리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표현력: linear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region의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증가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정리 · 역전파 · 왜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사용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41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0" b="1" dirty="0">
                <a:solidFill>
                  <a:srgbClr val="4D7B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86384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지도학습</a:t>
            </a:r>
            <a:endParaRPr lang="en-US" sz="5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Supervised Learning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FE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지도학습이란?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3079" y="126187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x를 받아 출력 y를 예측하는 함수를 데이터로부터 찾는 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75988" y="1828800"/>
            <a:ext cx="755294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75988" y="1828800"/>
            <a:ext cx="7552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 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1282" y="18288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05602" y="1828800"/>
            <a:ext cx="1150315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05602" y="1828800"/>
            <a:ext cx="11503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 f[x, φ]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55918" y="18288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30238" y="1828800"/>
            <a:ext cx="755294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0238" y="1828800"/>
            <a:ext cx="7552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 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5786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 </a:t>
            </a:r>
            <a:r>
              <a:rPr lang="en-US" sz="15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입력을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함수에 넣어 출력을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계산하는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</a:t>
            </a:r>
            <a:endParaRPr lang="en-US" sz="13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이때</a:t>
            </a:r>
            <a:r>
              <a:rPr lang="en-US" altLang="ko-KR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이 함수를 모델이라 부름 </a:t>
            </a:r>
            <a:endParaRPr lang="en-US" sz="1300" dirty="0"/>
          </a:p>
        </p:txBody>
      </p:sp>
      <p:pic>
        <p:nvPicPr>
          <p:cNvPr id="16" name="Image 0" descr="/home/claude/work/figs/eq/eq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635" y="3461004"/>
            <a:ext cx="1335383" cy="38404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09360" y="24231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7960" y="257860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 </a:t>
            </a:r>
            <a:r>
              <a:rPr lang="en-US" sz="15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Parameters φ, </a:t>
            </a:r>
            <a:r>
              <a:rPr lang="el-GR" altLang="ko-KR" sz="1600" b="1" dirty="0">
                <a:solidFill>
                  <a:srgbClr val="1456F0"/>
                </a:solidFill>
              </a:rPr>
              <a:t>θ</a:t>
            </a:r>
            <a:endParaRPr lang="ko-KR" altLang="en-US" sz="1600" b="1" dirty="0">
              <a:solidFill>
                <a:srgbClr val="1456F0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37960" y="29260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모델식에는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φ, </a:t>
            </a:r>
            <a:r>
              <a:rPr lang="el-GR" altLang="ko-KR" sz="1400" b="1" dirty="0"/>
              <a:t>θ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</a:t>
            </a:r>
            <a:r>
              <a:rPr lang="en-US" altLang="ko-KR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값에 따라 입력–출력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관계가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</a:t>
            </a:r>
            <a:r>
              <a:rPr lang="en-US" altLang="ko-KR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이때</a:t>
            </a:r>
            <a:r>
              <a:rPr lang="en-US" altLang="ko-KR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가능한 관계들의 </a:t>
            </a:r>
            <a:r>
              <a:rPr lang="en-US" sz="13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가족(family)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나타냄</a:t>
            </a:r>
            <a:r>
              <a:rPr lang="en-US" altLang="ko-KR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(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다음 슬라이드 예시</a:t>
            </a:r>
            <a:r>
              <a:rPr lang="en-US" altLang="ko-KR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4206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" y="43708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 </a:t>
            </a:r>
            <a:r>
              <a:rPr lang="en-US" sz="15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" y="471830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40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loss를</a:t>
            </a:r>
            <a:r>
              <a:rPr lang="en-US" altLang="ko-KR" sz="140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40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최소화하는</a:t>
            </a:r>
            <a:r>
              <a:rPr lang="en-US" altLang="ko-KR" sz="140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40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파라미터를</a:t>
            </a:r>
            <a:r>
              <a:rPr lang="en-US" altLang="ko-KR" sz="140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40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</a:t>
            </a:r>
            <a:r>
              <a:rPr lang="en-US" altLang="ko-KR" sz="140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40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</a:t>
            </a:r>
            <a:r>
              <a:rPr lang="en-US" altLang="ko-KR" sz="140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중고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차의 </a:t>
            </a:r>
            <a:r>
              <a:rPr lang="en-US" sz="1300" b="1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나이·주행거리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r>
              <a:rPr lang="en-US" sz="13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가격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09360" y="4206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3952" y="4306824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473952" y="4535424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(training)의 목표는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결국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dirty="0">
                <a:solidFill>
                  <a:srgbClr val="243044"/>
                </a:solidFill>
                <a:highlight>
                  <a:srgbClr val="EEF3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dirty="0">
                <a:solidFill>
                  <a:srgbClr val="E222A2"/>
                </a:solidFill>
                <a:highlight>
                  <a:srgbClr val="EEF3FF"/>
                </a:highlight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“</a:t>
            </a:r>
            <a:r>
              <a:rPr lang="en-US" b="1" dirty="0" err="1">
                <a:solidFill>
                  <a:srgbClr val="E222A2"/>
                </a:solidFill>
                <a:highlight>
                  <a:srgbClr val="EEF3FF"/>
                </a:highlight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Loss를</a:t>
            </a:r>
            <a:r>
              <a:rPr lang="en-US" b="1" dirty="0">
                <a:solidFill>
                  <a:srgbClr val="E222A2"/>
                </a:solidFill>
                <a:highlight>
                  <a:srgbClr val="EEF3FF"/>
                </a:highlight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가장 작게 만드는 </a:t>
            </a:r>
            <a:r>
              <a:rPr lang="en-US" b="1" dirty="0" err="1">
                <a:solidFill>
                  <a:srgbClr val="E222A2"/>
                </a:solidFill>
                <a:highlight>
                  <a:srgbClr val="EEF3FF"/>
                </a:highlight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파라미터를</a:t>
            </a:r>
            <a:r>
              <a:rPr lang="en-US" b="1" dirty="0">
                <a:solidFill>
                  <a:srgbClr val="E222A2"/>
                </a:solidFill>
                <a:highlight>
                  <a:srgbClr val="EEF3FF"/>
                </a:highlight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찾</a:t>
            </a:r>
            <a:r>
              <a:rPr lang="ko-KR" altLang="en-US" b="1" dirty="0">
                <a:solidFill>
                  <a:srgbClr val="E222A2"/>
                </a:solidFill>
                <a:highlight>
                  <a:srgbClr val="EEF3FF"/>
                </a:highlight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는 것 </a:t>
            </a:r>
            <a:r>
              <a:rPr lang="en-US" altLang="ko-KR" b="1" dirty="0">
                <a:solidFill>
                  <a:srgbClr val="E222A2"/>
                </a:solidFill>
                <a:highlight>
                  <a:srgbClr val="EEF3FF"/>
                </a:highlight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“</a:t>
            </a:r>
            <a:endParaRPr lang="en-US" dirty="0">
              <a:solidFill>
                <a:srgbClr val="E222A2"/>
              </a:solidFill>
              <a:highlight>
                <a:srgbClr val="EEF3FF"/>
              </a:highligh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41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1D 선형회귀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1D Linear Regression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단순한 모델 — 입력과 출력의 관계를 직선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하나로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0" y="19476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φ₀ + φ₁x 의 가족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542239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파라미터(절편 φ₀, 기울기 φ₁)에 따라 달라지는 직선들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566013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2.1</a:t>
            </a:r>
            <a:endParaRPr lang="en-US" sz="900" dirty="0"/>
          </a:p>
        </p:txBody>
      </p:sp>
      <p:pic>
        <p:nvPicPr>
          <p:cNvPr id="10" name="Image 1" descr="/home/claude/work/figs/eq/eq2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3499224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269748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7512" y="2798064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67512" y="3026664"/>
            <a:ext cx="5248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1D : 입력이 하나(x)인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경우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61188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7512" y="3712464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67512" y="3941064"/>
            <a:ext cx="52486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파라미터를 바꾸면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직선이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바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뀜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그래프 참고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2920" y="4526280"/>
            <a:ext cx="5577840" cy="1042416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7512" y="4626864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67512" y="4855464"/>
            <a:ext cx="52486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선형회귀는 직선 하나가 아니라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가능한 모든 직선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표현하는 모델이며, 그중 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loss가 </a:t>
            </a:r>
            <a:r>
              <a:rPr lang="en-US" sz="1150" b="1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최소제곱회귀직선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찾아야 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41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FAF9F90-8B56-70C3-8C4D-2310126A3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681" y="2212457"/>
            <a:ext cx="3295105" cy="3063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손실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함수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얼마나 틀렸는지를 하나의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343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47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</a:t>
            </a:r>
            <a:endParaRPr lang="en-US" sz="1250" dirty="0"/>
          </a:p>
        </p:txBody>
      </p:sp>
      <p:pic>
        <p:nvPicPr>
          <p:cNvPr id="7" name="Image 0" descr="/home/claude/work/figs/fig2_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62" y="2304288"/>
            <a:ext cx="3034117" cy="3099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4223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입력·출력 쌍의 집합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566013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2.2a</a:t>
            </a:r>
            <a:endParaRPr lang="en-US" sz="900" dirty="0"/>
          </a:p>
        </p:txBody>
      </p:sp>
      <p:pic>
        <p:nvPicPr>
          <p:cNvPr id="10" name="Image 1" descr="/home/claude/work/figs/eq/eq2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67" y="1673352"/>
            <a:ext cx="3231785" cy="8229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20640" y="2743200"/>
            <a:ext cx="6537960" cy="960120"/>
          </a:xfrm>
          <a:prstGeom prst="roundRect">
            <a:avLst>
              <a:gd name="adj" fmla="val 533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85232" y="2843784"/>
            <a:ext cx="6227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285232" y="3072384"/>
            <a:ext cx="6208776" cy="48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얼마나 틀렸는지(오차)를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나타낸 값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각 점에서 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f(xᵢ)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yᵢ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차이를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120640" y="3986784"/>
            <a:ext cx="6537960" cy="1737360"/>
          </a:xfrm>
          <a:prstGeom prst="roundRect">
            <a:avLst>
              <a:gd name="adj" fmla="val 421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285232" y="4087368"/>
            <a:ext cx="6227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제곱?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285232" y="4425696"/>
            <a:ext cx="62087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제곱하는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① 오차의 부호를 없애기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큰 오차를 더 크게 벌주기 위해. </a:t>
            </a:r>
          </a:p>
          <a:p>
            <a:pPr marL="0" indent="0">
              <a:lnSpc>
                <a:spcPct val="116000"/>
              </a:lnSpc>
              <a:buNone/>
            </a:pP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만든 오차제곱합을 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least-squares </a:t>
            </a:r>
            <a:r>
              <a:rPr lang="en-US" sz="1150" b="1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</a:t>
            </a:r>
            <a:r>
              <a:rPr lang="ko-KR" alt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름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41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어떤 직선이 더 좋은가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Comparing Fits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오차제곱합이 작을수록 데이터를 더 잘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설명하는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02152" cy="576072"/>
          </a:xfrm>
          <a:prstGeom prst="round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993392"/>
            <a:ext cx="3172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= 7.07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" y="2239914"/>
            <a:ext cx="3172968" cy="28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874520"/>
            <a:ext cx="3502152" cy="576072"/>
          </a:xfrm>
          <a:prstGeom prst="round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993392"/>
            <a:ext cx="3172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= 10.28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9704" y="2239914"/>
            <a:ext cx="3172968" cy="28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56448" y="1874520"/>
            <a:ext cx="3502152" cy="576072"/>
          </a:xfrm>
          <a:prstGeom prst="roundRect">
            <a:avLst>
              <a:gd name="adj" fmla="val 14865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993392"/>
            <a:ext cx="3172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0.20  [</a:t>
            </a:r>
            <a:r>
              <a:rPr lang="en-US" sz="1800" b="1" dirty="0" err="1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최적</a:t>
            </a:r>
            <a:r>
              <a:rPr lang="en-US" sz="1800" b="1" dirty="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]</a:t>
            </a:r>
            <a:endParaRPr lang="en-US" sz="18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21040" y="2239914"/>
            <a:ext cx="3172968" cy="28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350215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15" name="Image 0" descr="/home/claude/work/figs/fig2_2b.png"/>
          <p:cNvPicPr>
            <a:picLocks noChangeAspect="1"/>
          </p:cNvPicPr>
          <p:nvPr/>
        </p:nvPicPr>
        <p:blipFill>
          <a:blip r:embed="rId3"/>
          <a:srcRect l="9907" t="1" b="-7240"/>
          <a:stretch>
            <a:fillRect/>
          </a:stretch>
        </p:blipFill>
        <p:spPr>
          <a:xfrm>
            <a:off x="1475014" y="2843784"/>
            <a:ext cx="1750456" cy="21671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4360" y="4882896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2.2b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25112" y="2697480"/>
            <a:ext cx="350215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18" name="Image 1" descr="/home/claude/work/figs/fig2_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889" y="2843784"/>
            <a:ext cx="1904599" cy="20208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16552" y="4882896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2.2c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156448" y="2697480"/>
            <a:ext cx="350215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21" name="Image 2" descr="/home/claude/work/figs/fig2_2d.png"/>
          <p:cNvPicPr>
            <a:picLocks noChangeAspect="1"/>
          </p:cNvPicPr>
          <p:nvPr/>
        </p:nvPicPr>
        <p:blipFill>
          <a:blip r:embed="rId5"/>
          <a:srcRect l="7152" b="452"/>
          <a:stretch>
            <a:fillRect/>
          </a:stretch>
        </p:blipFill>
        <p:spPr>
          <a:xfrm>
            <a:off x="9105900" y="2843784"/>
            <a:ext cx="1737052" cy="20116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47888" y="4882896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2.2d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02920" y="534924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67512" y="5449824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67512" y="567842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= 점과 직선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 거리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오차(loss).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72200" y="534924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36792" y="5449824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336792" y="567842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loss가 작을수록 좋으므로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(d)가 가장 좋은 모델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41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손실 표면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Surface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48491" y="12755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파라미터 조합의 loss를 그리면 하나의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표면이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1605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47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손실 표면</a:t>
            </a:r>
            <a:endParaRPr lang="en-US" sz="1250" dirty="0"/>
          </a:p>
        </p:txBody>
      </p:sp>
      <p:pic>
        <p:nvPicPr>
          <p:cNvPr id="7" name="Image 0" descr="/home/claude/work/figs/fig2_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581" y="2304288"/>
            <a:ext cx="2221198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5628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2.3a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00600" y="18288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83480" y="1947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모습</a:t>
            </a:r>
            <a:endParaRPr lang="en-US" sz="1250" dirty="0"/>
          </a:p>
        </p:txBody>
      </p:sp>
      <p:pic>
        <p:nvPicPr>
          <p:cNvPr id="11" name="Image 1" descr="/home/claude/work/figs/fig2_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203" y="2304288"/>
            <a:ext cx="1938913" cy="2240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456285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2.3b</a:t>
            </a:r>
            <a:endParaRPr lang="en-US" sz="900" dirty="0"/>
          </a:p>
        </p:txBody>
      </p:sp>
      <p:pic>
        <p:nvPicPr>
          <p:cNvPr id="13" name="Image 2" descr="/home/claude/work/figs/eq/eq2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945" y="5100175"/>
            <a:ext cx="3251063" cy="685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0" y="1847632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394192" y="1948216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8394192" y="2176816"/>
            <a:ext cx="3099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난해해 보여도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쫄지 마삼.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그냥 모든 직선(다 모으면 평면)에 대한 loss를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3차원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그린 것!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0" y="3082072"/>
            <a:ext cx="3429000" cy="1119596"/>
          </a:xfrm>
          <a:prstGeom prst="roundRect">
            <a:avLst>
              <a:gd name="adj" fmla="val 761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394192" y="3182656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394192" y="3411256"/>
            <a:ext cx="30998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(b)는 (a)를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천장에서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본 것 — 초록 점이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loss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만드는 최적의 </a:t>
            </a:r>
            <a:r>
              <a:rPr lang="ko-KR" alt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파라미터값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파라미터로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만들 수 있다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4160520" cy="1005840"/>
          </a:xfrm>
          <a:prstGeom prst="roundRect">
            <a:avLst>
              <a:gd name="adj" fmla="val 761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7512" y="5129784"/>
            <a:ext cx="7232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67512" y="5358384"/>
            <a:ext cx="72146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움푹한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loss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최소인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φ̂</a:t>
            </a:r>
          </a:p>
          <a:p>
            <a:pPr>
              <a:lnSpc>
                <a:spcPct val="116000"/>
              </a:lnSpc>
            </a:pPr>
            <a:r>
              <a:rPr lang="en-US" altLang="ko-KR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등고선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loss가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점들을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이은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선.</a:t>
            </a:r>
            <a:endParaRPr lang="en-US" altLang="ko-KR" sz="1150" b="1" dirty="0">
              <a:solidFill>
                <a:srgbClr val="1456F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41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960A54F3-231B-C6AA-A532-A55D8CF09105}"/>
              </a:ext>
            </a:extLst>
          </p:cNvPr>
          <p:cNvSpPr/>
          <p:nvPr/>
        </p:nvSpPr>
        <p:spPr>
          <a:xfrm>
            <a:off x="8229600" y="5029200"/>
            <a:ext cx="3496274" cy="933232"/>
          </a:xfrm>
          <a:prstGeom prst="roundRect">
            <a:avLst>
              <a:gd name="adj" fmla="val 761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7E39B8-D764-7E28-22BE-97E8A912F188}"/>
              </a:ext>
            </a:extLst>
          </p:cNvPr>
          <p:cNvSpPr txBox="1"/>
          <p:nvPr/>
        </p:nvSpPr>
        <p:spPr>
          <a:xfrm>
            <a:off x="8229600" y="5281569"/>
            <a:ext cx="158889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φ̂ = </a:t>
            </a:r>
            <a:r>
              <a:rPr lang="en-US" altLang="ko-KR" sz="1150" b="1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argmin</a:t>
            </a:r>
            <a:r>
              <a:rPr lang="en-US" altLang="ko-KR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[L(φ)]</a:t>
            </a:r>
          </a:p>
          <a:p>
            <a:r>
              <a:rPr lang="en-US" altLang="ko-KR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</a:t>
            </a:r>
            <a:endParaRPr lang="en-US" altLang="ko-KR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학습: 경사 하강법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Gradient Descent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755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위를 가장 가파른 내리막으로 조금씩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내려가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 </a:t>
            </a:r>
            <a:r>
              <a:rPr lang="en-US" altLang="ko-KR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찾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46520" y="18288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947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→ 4 로 내려가기</a:t>
            </a:r>
            <a:endParaRPr lang="en-US" sz="1250" dirty="0"/>
          </a:p>
        </p:txBody>
      </p:sp>
      <p:pic>
        <p:nvPicPr>
          <p:cNvPr id="7" name="Image 0" descr="/home/claude/work/figs/fig2_4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726400"/>
            <a:ext cx="4846320" cy="24933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56601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2.4 · 경로(좌) &amp; 해당 직선(우)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828800"/>
            <a:ext cx="5577840" cy="1395984"/>
          </a:xfrm>
          <a:prstGeom prst="roundRect">
            <a:avLst>
              <a:gd name="adj" fmla="val 4706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1929384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7512" y="2157984"/>
            <a:ext cx="52486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경사 하강법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랜덤한 파라미터에서 시작해 loss 함수 위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가파른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내려가는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방향으로 조금씩 반복 이동하여 최소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loss를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찾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방법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</a:p>
          <a:p>
            <a:pPr marL="0" indent="0">
              <a:lnSpc>
                <a:spcPct val="116000"/>
              </a:lnSpc>
              <a:buNone/>
            </a:pPr>
            <a:endParaRPr lang="en-US" altLang="ko-KR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sz="1150" b="1" dirty="0" err="1">
                <a:solidFill>
                  <a:srgbClr val="EA5E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—&gt; 지역 최소가 전역 최소를 보장하지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못함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562024"/>
            <a:ext cx="5577840" cy="1031966"/>
          </a:xfrm>
          <a:prstGeom prst="roundRect">
            <a:avLst>
              <a:gd name="adj" fmla="val 457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3662608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7512" y="3929090"/>
            <a:ext cx="5248656" cy="42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2.3(b)의 최적화 과정을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0→4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표시. b)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 0~4가 실제 어떤 직선인지 보여줍니다. 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41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3061577-B630-A181-F20A-B5267B771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641" y="4325097"/>
            <a:ext cx="3000397" cy="2057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일반화와 과적합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Generalization &amp; Overfitting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학습이 끝나면 새로운 데이터(test data)에서의 성능을 확인해야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7568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CEDED"/>
          </a:solidFill>
          <a:ln w="12700">
            <a:solidFill>
              <a:srgbClr val="FCED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756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과소적합 · Underfitting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너무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관계를 못 잡음 → </a:t>
            </a:r>
            <a:r>
              <a:rPr lang="en-US" sz="13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testing loss 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07568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0756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 · Good fit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53712" y="2560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복잡도가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알맞아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새 데이터에도 잘 맞음 → </a:t>
            </a:r>
            <a:r>
              <a:rPr lang="en-US" sz="135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testing loss 작음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6448" y="187452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5048" y="207568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CEDED"/>
          </a:solidFill>
          <a:ln w="12700">
            <a:solidFill>
              <a:srgbClr val="FCED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0756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과대적합 · Overfitting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85048" y="2560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학습 데이터의 지엽까지 외움 → </a:t>
            </a:r>
            <a:r>
              <a:rPr lang="en-US" sz="13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testing loss 큼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7040880" cy="1207008"/>
          </a:xfrm>
          <a:prstGeom prst="roundRect">
            <a:avLst>
              <a:gd name="adj" fmla="val 432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4398264"/>
            <a:ext cx="6729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4626864"/>
            <a:ext cx="67116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일반화(Generalization)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새로운 데이터에서도 잘 맞는 능력.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과소·과대적합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모두 testing loss가 커집니다.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26680" y="4297680"/>
            <a:ext cx="3931920" cy="1207008"/>
          </a:xfrm>
          <a:prstGeom prst="roundRect">
            <a:avLst>
              <a:gd name="adj" fmla="val 432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1272" y="4398264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91272" y="4626864"/>
            <a:ext cx="36027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training = 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testing = 수능.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달달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외우면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과대적합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수능에서 무너집니다.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41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81ED-1400-8BD9-4A23-D6D4EB49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15115E-6681-436F-8304-5160DDA044C6}"/>
              </a:ext>
            </a:extLst>
          </p:cNvPr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7E2F8F-76E7-521B-A63C-9274F371A19C}"/>
              </a:ext>
            </a:extLst>
          </p:cNvPr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보충 개념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Notes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396D03-6DC4-8EAE-20C8-70C8E660434D}"/>
              </a:ext>
            </a:extLst>
          </p:cNvPr>
          <p:cNvSpPr/>
          <p:nvPr/>
        </p:nvSpPr>
        <p:spPr>
          <a:xfrm>
            <a:off x="502920" y="12755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헷갈리기 쉬운 두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쌍의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D15924-124A-DB48-936F-22C610928FB0}"/>
              </a:ext>
            </a:extLst>
          </p:cNvPr>
          <p:cNvSpPr/>
          <p:nvPr/>
        </p:nvSpPr>
        <p:spPr>
          <a:xfrm>
            <a:off x="50292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3778F49-2D31-CDEC-F5D8-2DA11F2E7BD6}"/>
              </a:ext>
            </a:extLst>
          </p:cNvPr>
          <p:cNvSpPr/>
          <p:nvPr/>
        </p:nvSpPr>
        <p:spPr>
          <a:xfrm>
            <a:off x="73152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vs </a:t>
            </a:r>
            <a:r>
              <a:rPr lang="en-US" sz="1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2ABE4E-6756-F8F1-C611-1BC4B8C2CC58}"/>
              </a:ext>
            </a:extLst>
          </p:cNvPr>
          <p:cNvSpPr/>
          <p:nvPr/>
        </p:nvSpPr>
        <p:spPr>
          <a:xfrm>
            <a:off x="731520" y="25603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데이터 한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개의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</a:t>
            </a:r>
            <a:endParaRPr lang="en-US" sz="14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전체의 오차(전체 loss의 합).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But, 실제로는 둘을 별로 구분하지 않고 섞어 씁니다.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0E3B82-ADC7-9F3D-7474-20BEC4E1E20A}"/>
              </a:ext>
            </a:extLst>
          </p:cNvPr>
          <p:cNvSpPr/>
          <p:nvPr/>
        </p:nvSpPr>
        <p:spPr>
          <a:xfrm>
            <a:off x="630936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4B045A-AA55-6A3F-6E62-E464813C8C60}"/>
              </a:ext>
            </a:extLst>
          </p:cNvPr>
          <p:cNvSpPr/>
          <p:nvPr/>
        </p:nvSpPr>
        <p:spPr>
          <a:xfrm>
            <a:off x="653796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Discriminative vs </a:t>
            </a:r>
            <a:r>
              <a:rPr lang="en-US" sz="1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Generative</a:t>
            </a:r>
            <a:endParaRPr lang="en-US" sz="1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1809DD-03A4-0C20-9306-369771D604F9}"/>
              </a:ext>
            </a:extLst>
          </p:cNvPr>
          <p:cNvSpPr/>
          <p:nvPr/>
        </p:nvSpPr>
        <p:spPr>
          <a:xfrm>
            <a:off x="6537960" y="26060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Discriminative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입력 → 출력   y = f(x, φ)  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(예: 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(x)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연봉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(y)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
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Generative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입력 ← 출력   x = g(y, φ)  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(예: 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(x)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&lt;- 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연봉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(y)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16BDA5E-E9AE-19D5-B347-9FFBDFAD0EB1}"/>
              </a:ext>
            </a:extLst>
          </p:cNvPr>
          <p:cNvSpPr/>
          <p:nvPr/>
        </p:nvSpPr>
        <p:spPr>
          <a:xfrm>
            <a:off x="502920" y="4497106"/>
            <a:ext cx="11155680" cy="1085306"/>
          </a:xfrm>
          <a:prstGeom prst="roundRect">
            <a:avLst>
              <a:gd name="adj" fmla="val 432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483793B-AACC-A052-03B3-BA36CE669B0C}"/>
              </a:ext>
            </a:extLst>
          </p:cNvPr>
          <p:cNvSpPr/>
          <p:nvPr/>
        </p:nvSpPr>
        <p:spPr>
          <a:xfrm>
            <a:off x="667512" y="4597690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29416AC-E66F-D3E2-966F-416BBAC7F277}"/>
              </a:ext>
            </a:extLst>
          </p:cNvPr>
          <p:cNvSpPr/>
          <p:nvPr/>
        </p:nvSpPr>
        <p:spPr>
          <a:xfrm>
            <a:off x="667512" y="4826290"/>
            <a:ext cx="10826496" cy="45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많아지면서, 사전지식을 넣은 generative보다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Discriminative Model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더 좋은 성능을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내게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현대 머신러닝은 대부분 discriminative 방식입니다.</a:t>
            </a:r>
            <a:endParaRPr lang="en-US" sz="1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C3B0984-3E96-3B38-33BB-9BF978644844}"/>
              </a:ext>
            </a:extLst>
          </p:cNvPr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41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86AE33-9832-B9D7-0B88-9911D5329D0F}"/>
              </a:ext>
            </a:extLst>
          </p:cNvPr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72573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4DC05-612F-E201-233F-2B8AB98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87D87C-53D9-ACBC-2064-2D604874A763}"/>
              </a:ext>
            </a:extLst>
          </p:cNvPr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7CE6F8-A9CC-38CF-04D8-562E9F5241ED}"/>
              </a:ext>
            </a:extLst>
          </p:cNvPr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보충 개념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Notes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312227-E7AF-D681-7CC6-195AFBB5186C}"/>
              </a:ext>
            </a:extLst>
          </p:cNvPr>
          <p:cNvSpPr/>
          <p:nvPr/>
        </p:nvSpPr>
        <p:spPr>
          <a:xfrm>
            <a:off x="502920" y="12755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vs Cost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347E06-F884-9BDB-54DF-1B32B11BE378}"/>
              </a:ext>
            </a:extLst>
          </p:cNvPr>
          <p:cNvSpPr/>
          <p:nvPr/>
        </p:nvSpPr>
        <p:spPr>
          <a:xfrm>
            <a:off x="50292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4F5827-CD25-0EA4-C85F-631958E3CF7E}"/>
              </a:ext>
            </a:extLst>
          </p:cNvPr>
          <p:cNvSpPr/>
          <p:nvPr/>
        </p:nvSpPr>
        <p:spPr>
          <a:xfrm>
            <a:off x="5183777" y="1491778"/>
            <a:ext cx="5475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 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DA78AE-F737-F8AE-0FBA-A26ED7AA6C78}"/>
              </a:ext>
            </a:extLst>
          </p:cNvPr>
          <p:cNvSpPr/>
          <p:nvPr/>
        </p:nvSpPr>
        <p:spPr>
          <a:xfrm>
            <a:off x="731520" y="2066001"/>
            <a:ext cx="4892040" cy="189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altLang="ko-KR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MSE</a:t>
            </a:r>
            <a:endParaRPr lang="en-US" sz="14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RMSE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>
              <a:lnSpc>
                <a:spcPct val="250000"/>
              </a:lnSpc>
            </a:pPr>
            <a:r>
              <a:rPr lang="en-US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MAE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entropy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DDB2692-7AC6-8E36-B623-D38EFA5142E0}"/>
              </a:ext>
            </a:extLst>
          </p:cNvPr>
          <p:cNvSpPr/>
          <p:nvPr/>
        </p:nvSpPr>
        <p:spPr>
          <a:xfrm>
            <a:off x="630936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5CEC35-E9E5-1E68-363F-424757C88C62}"/>
              </a:ext>
            </a:extLst>
          </p:cNvPr>
          <p:cNvSpPr/>
          <p:nvPr/>
        </p:nvSpPr>
        <p:spPr>
          <a:xfrm>
            <a:off x="6537960" y="1507345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</a:t>
            </a:r>
            <a:endParaRPr lang="en-US" sz="1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D06DC8-C472-C233-CD97-1990C9195D2B}"/>
              </a:ext>
            </a:extLst>
          </p:cNvPr>
          <p:cNvSpPr/>
          <p:nvPr/>
        </p:nvSpPr>
        <p:spPr>
          <a:xfrm>
            <a:off x="6537960" y="2116836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altLang="ko-KR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MSE</a:t>
            </a:r>
            <a:endParaRPr lang="en-US" altLang="ko-KR" sz="14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RMSE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MAE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>
              <a:lnSpc>
                <a:spcPct val="250000"/>
              </a:lnSpc>
            </a:pPr>
            <a:r>
              <a:rPr lang="en-US" altLang="ko-KR" sz="140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entropy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altLang="ko-KR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F926F6D-6D03-B4A2-0230-41077F371361}"/>
              </a:ext>
            </a:extLst>
          </p:cNvPr>
          <p:cNvSpPr/>
          <p:nvPr/>
        </p:nvSpPr>
        <p:spPr>
          <a:xfrm>
            <a:off x="502920" y="4497106"/>
            <a:ext cx="11155680" cy="1085306"/>
          </a:xfrm>
          <a:prstGeom prst="roundRect">
            <a:avLst>
              <a:gd name="adj" fmla="val 432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B4A0ED0-FB19-DE5B-E43C-AE6D55DC2005}"/>
              </a:ext>
            </a:extLst>
          </p:cNvPr>
          <p:cNvSpPr/>
          <p:nvPr/>
        </p:nvSpPr>
        <p:spPr>
          <a:xfrm>
            <a:off x="667512" y="4597690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78EEA6D-ED1F-6798-2BF1-8EDA444CF585}"/>
              </a:ext>
            </a:extLst>
          </p:cNvPr>
          <p:cNvSpPr/>
          <p:nvPr/>
        </p:nvSpPr>
        <p:spPr>
          <a:xfrm>
            <a:off x="667512" y="4826290"/>
            <a:ext cx="10826496" cy="45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1150" dirty="0"/>
              <a:t>책에서는 </a:t>
            </a:r>
            <a:r>
              <a:rPr lang="en-US" altLang="ko-KR" sz="1150" dirty="0"/>
              <a:t>cost</a:t>
            </a:r>
            <a:r>
              <a:rPr lang="ko-KR" altLang="en-US" sz="1150" dirty="0"/>
              <a:t>를 </a:t>
            </a:r>
            <a:r>
              <a:rPr lang="en-US" altLang="ko-KR" sz="1150" dirty="0"/>
              <a:t>loss</a:t>
            </a:r>
            <a:r>
              <a:rPr lang="ko-KR" altLang="en-US" sz="1150" dirty="0"/>
              <a:t>의 합이라 정의했지만</a:t>
            </a:r>
            <a:r>
              <a:rPr lang="en-US" altLang="ko-KR" sz="1150" dirty="0"/>
              <a:t>, </a:t>
            </a:r>
            <a:r>
              <a:rPr lang="ko-KR" altLang="en-US" sz="1150" dirty="0"/>
              <a:t>실제 </a:t>
            </a:r>
            <a:r>
              <a:rPr lang="ko-KR" altLang="en-US" sz="1150" dirty="0" err="1"/>
              <a:t>딥러닝에선</a:t>
            </a:r>
            <a:r>
              <a:rPr lang="ko-KR" altLang="en-US" sz="1150" dirty="0"/>
              <a:t> </a:t>
            </a:r>
            <a:r>
              <a:rPr lang="en-US" altLang="ko-KR" sz="1150" dirty="0"/>
              <a:t>loss</a:t>
            </a:r>
            <a:r>
              <a:rPr lang="ko-KR" altLang="en-US" sz="1150" dirty="0"/>
              <a:t>의 평균</a:t>
            </a:r>
            <a:r>
              <a:rPr lang="en-US" altLang="ko-KR" sz="1150" dirty="0"/>
              <a:t>(</a:t>
            </a:r>
            <a:r>
              <a:rPr lang="ko-KR" altLang="en-US" sz="1150" dirty="0"/>
              <a:t>합을 </a:t>
            </a:r>
            <a:r>
              <a:rPr lang="en-US" altLang="ko-KR" sz="1150" dirty="0"/>
              <a:t>N</a:t>
            </a:r>
            <a:r>
              <a:rPr lang="ko-KR" altLang="en-US" sz="1150" dirty="0"/>
              <a:t>으로 </a:t>
            </a:r>
            <a:r>
              <a:rPr lang="ko-KR" altLang="en-US" sz="1150" dirty="0" err="1"/>
              <a:t>나눠줌</a:t>
            </a:r>
            <a:r>
              <a:rPr lang="en-US" altLang="ko-KR" sz="1150" dirty="0"/>
              <a:t>)</a:t>
            </a:r>
            <a:r>
              <a:rPr lang="ko-KR" altLang="en-US" sz="1150" dirty="0"/>
              <a:t>을 </a:t>
            </a:r>
            <a:r>
              <a:rPr lang="en-US" altLang="ko-KR" sz="1150" dirty="0"/>
              <a:t>cost</a:t>
            </a:r>
            <a:r>
              <a:rPr lang="ko-KR" altLang="en-US" sz="1150" dirty="0"/>
              <a:t>라 간주할 때도 많다</a:t>
            </a:r>
            <a:r>
              <a:rPr lang="en-US" altLang="ko-KR" sz="1150" dirty="0"/>
              <a:t>. </a:t>
            </a:r>
            <a:endParaRPr lang="en-US" sz="1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13890E-DB69-3B49-D44C-5F713A167DCE}"/>
              </a:ext>
            </a:extLst>
          </p:cNvPr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41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0A0BDC3-DD97-F1A7-CDB7-45D44C67D380}"/>
              </a:ext>
            </a:extLst>
          </p:cNvPr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D3CCC26-EA47-19BC-659A-ABD0E3A8E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916" y="2014510"/>
            <a:ext cx="1486013" cy="38612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95003F-CB15-DB1C-F4CB-62F5114CE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916" y="2488311"/>
            <a:ext cx="1486013" cy="38612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65453BD-E5D7-0DCD-FA98-B070F23B6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916" y="3048338"/>
            <a:ext cx="1486013" cy="3996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28BC9C6-BB58-712D-8F52-0668D4949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493" y="3488436"/>
            <a:ext cx="1249192" cy="60700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40F608-BD9B-3046-0BA8-E18C2D617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2285" y="3455722"/>
            <a:ext cx="1570964" cy="51566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EFD6B10-7E37-B38D-83B9-E6A47A0B28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7810" y="3406899"/>
            <a:ext cx="2286017" cy="64770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23F06D9-313A-1B73-2400-4CA3B1AB2D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4858" y="2899243"/>
            <a:ext cx="1638312" cy="60007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2B7B400-DCF2-7A5A-846A-7B2BAF8357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4858" y="1920240"/>
            <a:ext cx="1666887" cy="60960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C4E54D09-FACE-6D65-6F0D-8C5E7205AF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858" y="2572237"/>
            <a:ext cx="1352560" cy="27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0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보충 개념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755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Discriminative vs Generative</a:t>
            </a:r>
            <a:endParaRPr lang="en-US" altLang="ko-KR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7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Discriminative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731520" y="2560320"/>
                <a:ext cx="4892040" cy="1463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altLang="ko-KR" sz="1350" dirty="0" err="1">
                    <a:solidFill>
                      <a:srgbClr val="2A2F3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입력</a:t>
                </a:r>
                <a:r>
                  <a:rPr lang="en-US" altLang="ko-KR" sz="1350" dirty="0">
                    <a:solidFill>
                      <a:srgbClr val="2A2F3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→ 출력   y = f(x, φ)   </a:t>
                </a:r>
              </a:p>
              <a:p>
                <a:pPr>
                  <a:lnSpc>
                    <a:spcPct val="135000"/>
                  </a:lnSpc>
                </a:pPr>
                <a:r>
                  <a:rPr lang="ko-KR" altLang="ko-KR" sz="1350" b="1" dirty="0"/>
                  <a:t>관측된 데이터 </a:t>
                </a:r>
                <a14:m>
                  <m:oMath xmlns:m="http://schemas.openxmlformats.org/officeDocument/2006/math">
                    <m:r>
                      <a:rPr lang="ko-KR" altLang="en-US" sz="135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ko-KR" sz="1350" dirty="0"/>
                  <a:t>를 </a:t>
                </a:r>
                <a:r>
                  <a:rPr lang="ko-KR" altLang="en-US" sz="1350" dirty="0"/>
                  <a:t>모델에 넣어 </a:t>
                </a:r>
                <a:r>
                  <a:rPr lang="ko-KR" altLang="ko-KR" sz="1350" b="1" dirty="0"/>
                  <a:t>정답 </a:t>
                </a:r>
                <a14:m>
                  <m:oMath xmlns:m="http://schemas.openxmlformats.org/officeDocument/2006/math">
                    <m:r>
                      <a:rPr lang="ko-KR" altLang="en-US" sz="135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ko-KR" sz="1350" dirty="0"/>
                  <a:t>를 예측</a:t>
                </a:r>
                <a:endParaRPr lang="en-US" altLang="ko-KR" sz="1350" dirty="0"/>
              </a:p>
              <a:p>
                <a:pPr>
                  <a:lnSpc>
                    <a:spcPct val="135000"/>
                  </a:lnSpc>
                </a:pPr>
                <a:r>
                  <a:rPr lang="en-US" altLang="ko-KR" sz="1350" dirty="0">
                    <a:solidFill>
                      <a:srgbClr val="2A2F3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(</a:t>
                </a:r>
                <a:r>
                  <a:rPr lang="ko-KR" altLang="en-US" sz="1350" dirty="0">
                    <a:solidFill>
                      <a:srgbClr val="2A2F3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예</a:t>
                </a:r>
                <a:r>
                  <a:rPr lang="en-US" altLang="ko-KR" sz="1350" dirty="0">
                    <a:solidFill>
                      <a:srgbClr val="2A2F3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: </a:t>
                </a:r>
                <a:r>
                  <a:rPr lang="ko-KR" altLang="ko-KR" sz="1350" dirty="0"/>
                  <a:t>강아지 사진 </a:t>
                </a:r>
                <a:r>
                  <a:rPr lang="ko-KR" altLang="ko-KR" sz="1350" dirty="0" err="1"/>
                  <a:t>x→모델</a:t>
                </a:r>
                <a:r>
                  <a:rPr lang="en-US" altLang="ko-KR" sz="1350" dirty="0"/>
                  <a:t> f</a:t>
                </a:r>
                <a:r>
                  <a:rPr lang="ko-KR" altLang="ko-KR" sz="1350" dirty="0"/>
                  <a:t>→강아지 </a:t>
                </a:r>
                <a:r>
                  <a:rPr lang="ko-KR" altLang="ko-KR" sz="1350" dirty="0" err="1"/>
                  <a:t>y</a:t>
                </a:r>
                <a:r>
                  <a:rPr lang="en-US" altLang="ko-KR" sz="1350" dirty="0">
                    <a:solidFill>
                      <a:srgbClr val="2A2F3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)</a:t>
                </a:r>
                <a:endParaRPr lang="en-US" sz="135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560320"/>
                <a:ext cx="4892040" cy="1463040"/>
              </a:xfrm>
              <a:prstGeom prst="rect">
                <a:avLst/>
              </a:prstGeom>
              <a:blipFill>
                <a:blip r:embed="rId3"/>
                <a:stretch>
                  <a:fillRect l="-2117" t="-1250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630936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Generative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6537960" y="2350008"/>
                <a:ext cx="4892040" cy="16276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350" dirty="0" err="1">
                    <a:solidFill>
                      <a:srgbClr val="2A2F3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입력</a:t>
                </a:r>
                <a:r>
                  <a:rPr lang="en-US" sz="1350" dirty="0">
                    <a:solidFill>
                      <a:srgbClr val="2A2F3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← 출력   x = g(y, φ)   </a:t>
                </a:r>
              </a:p>
              <a:p>
                <a:r>
                  <a:rPr lang="ko-KR" altLang="en-US" sz="1350" dirty="0"/>
                  <a:t>예</a:t>
                </a:r>
                <a:r>
                  <a:rPr lang="en-US" altLang="ko-KR" sz="1350" dirty="0"/>
                  <a:t>) </a:t>
                </a:r>
                <a:r>
                  <a:rPr lang="ko-KR" altLang="ko-KR" sz="1350" dirty="0"/>
                  <a:t>만약 고양이라면, 이런 사진 </a:t>
                </a:r>
                <a:r>
                  <a:rPr lang="ko-KR" altLang="ko-KR" sz="1350" dirty="0" err="1"/>
                  <a:t>x가</a:t>
                </a:r>
                <a:r>
                  <a:rPr lang="ko-KR" altLang="ko-KR" sz="1350" dirty="0"/>
                  <a:t> 나올 확률이 얼마나 높을까?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sz="1350" b="0"/>
                      <m:t>만약 강아지라면</m:t>
                    </m:r>
                    <m:r>
                      <m:rPr>
                        <m:nor/>
                      </m:rPr>
                      <a:rPr lang="en-US" altLang="ko-KR" sz="1350" b="0"/>
                      <m:t>, </m:t>
                    </m:r>
                    <m:r>
                      <m:rPr>
                        <m:nor/>
                      </m:rPr>
                      <a:rPr lang="ko-KR" altLang="en-US" sz="1350" b="0"/>
                      <m:t>이런 사진 </m:t>
                    </m:r>
                    <m:r>
                      <m:rPr>
                        <m:sty m:val="p"/>
                      </m:rPr>
                      <a:rPr lang="ko-KR" altLang="en-US" sz="1350" b="0" i="0"/>
                      <m:t>x</m:t>
                    </m:r>
                    <m:r>
                      <m:rPr>
                        <m:nor/>
                      </m:rPr>
                      <a:rPr lang="ko-KR" altLang="en-US" sz="1350" b="0"/>
                      <m:t>가 나올 확률이 얼마나 높을까</m:t>
                    </m:r>
                    <m:r>
                      <m:rPr>
                        <m:nor/>
                      </m:rPr>
                      <a:rPr lang="en-US" altLang="ko-KR" sz="1350" b="0"/>
                      <m:t>?</m:t>
                    </m:r>
                  </m:oMath>
                </a14:m>
                <a:endParaRPr lang="en-US" altLang="ko-KR" sz="135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1350" i="0"/>
                        <m:t>p</m:t>
                      </m:r>
                      <m:d>
                        <m:dPr>
                          <m:ctrlPr>
                            <a:rPr lang="ko-KR" altLang="en-US" sz="1350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ko-KR" altLang="en-US" sz="1350" i="0"/>
                            <m:t>x</m:t>
                          </m:r>
                          <m:r>
                            <a:rPr lang="ko-KR" altLang="en-US" sz="1350" i="0"/>
                            <m:t>∣</m:t>
                          </m:r>
                          <m:r>
                            <m:rPr>
                              <m:sty m:val="p"/>
                            </m:rPr>
                            <a:rPr lang="ko-KR" altLang="en-US" sz="1350" i="0"/>
                            <m:t>y</m:t>
                          </m:r>
                          <m:r>
                            <a:rPr lang="en-US" altLang="ko-KR" sz="1350" i="0"/>
                            <m:t>=</m:t>
                          </m:r>
                          <m:r>
                            <m:rPr>
                              <m:nor/>
                            </m:rPr>
                            <a:rPr lang="ko-KR" altLang="en-US" sz="1350"/>
                            <m:t>고양이</m:t>
                          </m:r>
                        </m:e>
                      </m:d>
                    </m:oMath>
                  </m:oMathPara>
                </a14:m>
                <a:endParaRPr lang="ko-KR" altLang="en-US" sz="135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1350" i="0"/>
                        <m:t>p</m:t>
                      </m:r>
                      <m:d>
                        <m:dPr>
                          <m:ctrlPr>
                            <a:rPr lang="ko-KR" altLang="en-US" sz="1350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ko-KR" altLang="en-US" sz="1350" i="0"/>
                            <m:t>x</m:t>
                          </m:r>
                          <m:r>
                            <a:rPr lang="ko-KR" altLang="en-US" sz="1350" i="0"/>
                            <m:t>∣</m:t>
                          </m:r>
                          <m:r>
                            <m:rPr>
                              <m:sty m:val="p"/>
                            </m:rPr>
                            <a:rPr lang="ko-KR" altLang="en-US" sz="1350" i="0"/>
                            <m:t>y</m:t>
                          </m:r>
                          <m:r>
                            <a:rPr lang="en-US" altLang="ko-KR" sz="1350" i="0"/>
                            <m:t>=</m:t>
                          </m:r>
                          <m:r>
                            <m:rPr>
                              <m:nor/>
                            </m:rPr>
                            <a:rPr lang="ko-KR" altLang="en-US" sz="1350"/>
                            <m:t>강아지</m:t>
                          </m:r>
                        </m:e>
                      </m:d>
                    </m:oMath>
                  </m:oMathPara>
                </a14:m>
                <a:endParaRPr lang="ko-KR" altLang="en-US" sz="1350" b="0" dirty="0"/>
              </a:p>
              <a:p>
                <a:r>
                  <a:rPr lang="ko-KR" altLang="ko-KR" sz="1350" dirty="0"/>
                  <a:t>둘 중 </a:t>
                </a:r>
                <a:r>
                  <a:rPr lang="ko-KR" altLang="ko-KR" sz="1350" b="1" dirty="0"/>
                  <a:t>더 </a:t>
                </a:r>
                <a:r>
                  <a:rPr lang="ko-KR" altLang="en-US" sz="1350" b="1" dirty="0"/>
                  <a:t>확률이 높은</a:t>
                </a:r>
                <a:r>
                  <a:rPr lang="ko-KR" altLang="ko-KR" sz="1350" b="1" dirty="0"/>
                  <a:t> 쪽</a:t>
                </a:r>
                <a:r>
                  <a:rPr lang="ko-KR" altLang="ko-KR" sz="1350" dirty="0"/>
                  <a:t>을 </a:t>
                </a:r>
                <a:r>
                  <a:rPr lang="ko-KR" altLang="en-US" sz="1350" dirty="0"/>
                  <a:t>고름</a:t>
                </a:r>
                <a:r>
                  <a:rPr lang="en-US" altLang="ko-KR" sz="1350" dirty="0"/>
                  <a:t>. </a:t>
                </a:r>
                <a:endParaRPr lang="ko-KR" altLang="ko-KR" sz="135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2350008"/>
                <a:ext cx="4892040" cy="1627632"/>
              </a:xfrm>
              <a:prstGeom prst="rect">
                <a:avLst/>
              </a:prstGeom>
              <a:blipFill>
                <a:blip r:embed="rId4"/>
                <a:stretch>
                  <a:fillRect l="-2244" t="-1124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02920" y="4497106"/>
            <a:ext cx="11155680" cy="1085306"/>
          </a:xfrm>
          <a:prstGeom prst="roundRect">
            <a:avLst>
              <a:gd name="adj" fmla="val 432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4597690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4826290"/>
            <a:ext cx="10826496" cy="45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많아지면서, 사전지식을 넣은 generative보다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Discriminative Model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더 좋은 성능을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내게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현대 머신러닝은 대부분 discriminative 방식입니다.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41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2장 요약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2432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993392"/>
            <a:ext cx="22951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7512" y="2541118"/>
            <a:ext cx="229514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+mn-ea"/>
                <a:cs typeface="맑은 고딕" pitchFamily="34" charset="-120"/>
              </a:rPr>
              <a:t>모델은 함수 y=f[x,φ]</a:t>
            </a:r>
            <a:endParaRPr lang="en-US" sz="14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10128" y="1874520"/>
            <a:ext cx="262432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993392"/>
            <a:ext cx="22951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74720" y="2541118"/>
            <a:ext cx="229514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Loss로 오차를 수치화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17336" y="1874520"/>
            <a:ext cx="262432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81928" y="1993392"/>
            <a:ext cx="22951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81928" y="2541118"/>
            <a:ext cx="229514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경사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하강법으로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loss최소화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24544" y="1874520"/>
            <a:ext cx="2734056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89136" y="1993392"/>
            <a:ext cx="240487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089136" y="2541118"/>
            <a:ext cx="2404872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test로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모델의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일반화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11155680" cy="2029097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6118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모델·추론: 파라미터 φ가 입출력 </a:t>
            </a:r>
            <a:r>
              <a:rPr lang="en-US" sz="15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관계의</a:t>
            </a: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</a:t>
            </a: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(family)을 정의하고, 함수에 입력을 넣어 출력을 계산한다.</a:t>
            </a:r>
            <a:endParaRPr lang="en-US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학습: 오차제곱합(least-squares loss)이 최소가 되는 φ̂를 경사 하강법으로 찾는다.</a:t>
            </a:r>
            <a:endParaRPr lang="en-US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 평가: 지역 최소 문제가 있고, 과소·과대적합을 피해 일반화 성능을 확인해야 한다.</a:t>
            </a:r>
            <a:endParaRPr lang="en-US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장: 직선 하나로는 부족 → 더 풍부한 함수를 만드는 얕은 신경망으로.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41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0" b="1" dirty="0">
                <a:solidFill>
                  <a:srgbClr val="4D7B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86384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얕은 신경망</a:t>
            </a:r>
            <a:endParaRPr lang="en-US" sz="5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Shallow Neural Networks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FE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용어 정리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신경망을 이야기할 때 쓰는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933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· 뉴런 · 가중치</a:t>
            </a:r>
            <a:endParaRPr lang="en-US" sz="1250" dirty="0"/>
          </a:p>
        </p:txBody>
      </p:sp>
      <p:pic>
        <p:nvPicPr>
          <p:cNvPr id="7" name="Image 0" descr="/home/claude/work/figs/fig3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214" y="2350008"/>
            <a:ext cx="3506651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56285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00" b="1" dirty="0" err="1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6248" y="2465397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노드 — 입력·은닉·출력의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점(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그림에서의 원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Neuron 뉴런 —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은닉층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출력층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계산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(output neuron, hidden 	        unit=hidden neuron)</a:t>
            </a:r>
          </a:p>
          <a:p>
            <a:pPr marL="203200" indent="-203200">
              <a:lnSpc>
                <a:spcPct val="112000"/>
              </a:lnSpc>
              <a:spcAft>
                <a:spcPts val="350"/>
              </a:spcAft>
              <a:buSzPct val="100000"/>
              <a:buFontTx/>
              <a:buChar char="•"/>
            </a:pP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parameter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Weight </a:t>
            </a:r>
            <a:r>
              <a:rPr lang="en-US" altLang="ko-KR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bias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 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상수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Weight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—w=θ₁₁(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Pre-activation — θ₁₀+θ₁₁x 계산값 (예: −3)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Feed-forward — 입력→은닉→출력 한 방향(순전파=계산)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5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Fully connected — 모든 노드가 다음 층 모든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노드와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2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/ 41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얕은 신경망이란?  </a:t>
            </a:r>
            <a:r>
              <a:rPr lang="en-US" sz="1800" b="1" dirty="0">
                <a:solidFill>
                  <a:srgbClr val="8E8E9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Shallow Neural Network</a:t>
            </a:r>
            <a:endParaRPr 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278201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하나로는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하므로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은닉층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하나를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넣어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62990" y="2119449"/>
            <a:ext cx="1142086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990" y="2119449"/>
            <a:ext cx="11420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입력층 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05075" y="2119449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79395" y="2119449"/>
            <a:ext cx="1207922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9395" y="2119449"/>
            <a:ext cx="1207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은닉층  Hidden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87318" y="2119449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61638" y="2119449"/>
            <a:ext cx="1207922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1638" y="2119449"/>
            <a:ext cx="1207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출력층  Output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19" y="3200400"/>
            <a:ext cx="10769237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8952" y="3310098"/>
            <a:ext cx="10041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</a:t>
            </a: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r>
              <a:rPr lang="en-US" sz="16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r>
              <a:rPr lang="ko-KR" altLang="en-US" sz="16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개의</a:t>
            </a:r>
            <a:r>
              <a:rPr lang="en-US" sz="16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파라미터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8952" y="4158931"/>
            <a:ext cx="100415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스칼라 입력 x를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상수와 기울기에 파라미터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l-GR" altLang="ko-KR" dirty="0"/>
              <a:t>θ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설정하여 </a:t>
            </a:r>
            <a:r>
              <a:rPr lang="ko-KR" alt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은닉층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뉴런 개수만큼 직선을 만든다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여기선 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직선을 활성화 함수 a[·]에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통과시키고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</a:t>
            </a:r>
            <a:r>
              <a:rPr lang="en-US" altLang="ko-KR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결과를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φ로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가중합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</a:t>
            </a: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이를 통해 스칼라 출력 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y</a:t>
            </a:r>
            <a:r>
              <a:rPr lang="ko-KR" alt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를 구한다</a:t>
            </a:r>
            <a:r>
              <a:rPr lang="en-US" altLang="ko-KR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</a:rPr>
              <a:t>. 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" y="5285232"/>
            <a:ext cx="100415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= φ₀, φ₁, φ₂, φ₃ 와 θ₁₀, θ₁₁, θ₂₀, θ₂₁, θ₃₀, θ₃₁ — 모두 10개.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95357" y="4626834"/>
            <a:ext cx="4468586" cy="1024157"/>
          </a:xfrm>
          <a:prstGeom prst="roundRect">
            <a:avLst>
              <a:gd name="adj" fmla="val 2667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9948" y="4727419"/>
            <a:ext cx="4138299" cy="75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59948" y="4956019"/>
            <a:ext cx="4118871" cy="86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은닉층이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하나뿐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이라 얕은(shallow)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신경망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</p:txBody>
      </p:sp>
      <p:sp>
        <p:nvSpPr>
          <p:cNvPr id="21" name="Text 18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41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023F4765-3B01-9CB0-AC37-672335351723}"/>
              </a:ext>
            </a:extLst>
          </p:cNvPr>
          <p:cNvSpPr/>
          <p:nvPr/>
        </p:nvSpPr>
        <p:spPr>
          <a:xfrm>
            <a:off x="6460703" y="240934"/>
            <a:ext cx="4468586" cy="1024157"/>
          </a:xfrm>
          <a:prstGeom prst="roundRect">
            <a:avLst>
              <a:gd name="adj" fmla="val 2667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0FA311F2-5478-C4C3-9BBB-4F13FC361564}"/>
              </a:ext>
            </a:extLst>
          </p:cNvPr>
          <p:cNvSpPr/>
          <p:nvPr/>
        </p:nvSpPr>
        <p:spPr>
          <a:xfrm>
            <a:off x="6665771" y="430574"/>
            <a:ext cx="4138299" cy="75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</a:rPr>
              <a:t>기존 </a:t>
            </a:r>
            <a:r>
              <a:rPr lang="en-US" altLang="ko-KR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</a:rPr>
              <a:t>1D </a:t>
            </a:r>
            <a:r>
              <a:rPr lang="ko-KR" alt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</a:rPr>
              <a:t>선형회귀 모델 </a:t>
            </a:r>
            <a:r>
              <a:rPr lang="en-US" altLang="ko-KR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</a:rPr>
              <a:t>(</a:t>
            </a:r>
            <a:r>
              <a:rPr lang="ko-KR" altLang="en-US" sz="950" b="1" kern="0" spc="150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</a:rPr>
              <a:t>은닉층</a:t>
            </a:r>
            <a:r>
              <a:rPr lang="ko-KR" alt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altLang="ko-KR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</a:rPr>
              <a:t>X)</a:t>
            </a:r>
            <a:endParaRPr lang="en-US" sz="95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F4E991C5-EFD4-2162-0D4E-B61E418C2049}"/>
              </a:ext>
            </a:extLst>
          </p:cNvPr>
          <p:cNvSpPr/>
          <p:nvPr/>
        </p:nvSpPr>
        <p:spPr>
          <a:xfrm>
            <a:off x="6559980" y="128016"/>
            <a:ext cx="4118871" cy="86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endParaRPr lang="en-US" sz="1150" dirty="0"/>
          </a:p>
        </p:txBody>
      </p:sp>
      <p:pic>
        <p:nvPicPr>
          <p:cNvPr id="24" name="Image 1" descr="/home/claude/work/figs/eq/eq2_4.png">
            <a:extLst>
              <a:ext uri="{FF2B5EF4-FFF2-40B4-BE49-F238E27FC236}">
                <a16:creationId xmlns:a16="http://schemas.microsoft.com/office/drawing/2014/main" id="{4634E2EC-2CB1-C0F0-9F8F-FA5323056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594" y="683372"/>
            <a:ext cx="2736037" cy="35748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2BB1509-22BA-69AB-E4C6-0DAA22CB5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455" y="1463039"/>
            <a:ext cx="3577856" cy="1592518"/>
          </a:xfrm>
          <a:prstGeom prst="rect">
            <a:avLst/>
          </a:prstGeom>
        </p:spPr>
      </p:pic>
      <p:pic>
        <p:nvPicPr>
          <p:cNvPr id="13" name="Image 0" descr="/home/claude/work/figs/eq/eq3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4758" y="3637415"/>
            <a:ext cx="8262256" cy="4010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신경망 그림으로 그리기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Depicting Networks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계산을 회로도처럼 노드와 화살표로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표현합니다</a:t>
            </a:r>
            <a:r>
              <a:rPr lang="en-US" sz="14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                        </a:t>
            </a:r>
            <a:r>
              <a:rPr lang="ko-KR" altLang="en-US" sz="14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각각 하나의 파라미터가 붙는다</a:t>
            </a:r>
            <a:r>
              <a:rPr lang="en-US" altLang="ko-KR" sz="14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400" b="1" dirty="0">
              <a:solidFill>
                <a:srgbClr val="1456F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6" name="Image 0" descr="/home/claude/work/figs/fig3_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811" y="2020824"/>
            <a:ext cx="3102617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8679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절편(1) · ReLU 포함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10565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3.4a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10" name="Image 1" descr="/home/claude/work/figs/fig3_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099" y="2020824"/>
            <a:ext cx="4106041" cy="182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386791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 버전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355080" y="410565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3.4b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2920" y="45720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" y="4672584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67512" y="4901184"/>
            <a:ext cx="515721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1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추가됨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θ₁₀ + θ₁₁x = θ₁₀×1 + θ₁₁x — 절편을 '1'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</a:t>
            </a: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116000"/>
              </a:lnSpc>
            </a:pP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화살표마다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붙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</a:p>
          <a:p>
            <a:pPr>
              <a:lnSpc>
                <a:spcPct val="116000"/>
              </a:lnSpc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[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화살표 개수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=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파라미터 개수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]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63640" y="4572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28232" y="4672584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428232" y="4901184"/>
            <a:ext cx="50657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(b)는 (a)의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상수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생략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Figure 3.3을 회로도처럼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것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41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은닉 유닛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Hidden Units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계산값 h₁, h₂, h₃ 를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 뉴런</a:t>
            </a:r>
            <a:r>
              <a:rPr lang="en-US" altLang="ko-KR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이라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부릅니다.</a:t>
            </a:r>
            <a:endParaRPr lang="en-US" sz="1400" dirty="0"/>
          </a:p>
        </p:txBody>
      </p:sp>
      <p:pic>
        <p:nvPicPr>
          <p:cNvPr id="5" name="Image 0" descr="/home/claude/work/figs/eq/eq3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466" y="1920240"/>
            <a:ext cx="9248588" cy="457200"/>
          </a:xfrm>
          <a:prstGeom prst="rect">
            <a:avLst/>
          </a:prstGeom>
        </p:spPr>
      </p:pic>
      <p:pic>
        <p:nvPicPr>
          <p:cNvPr id="6" name="Image 1" descr="/home/claude/work/figs/eq/eq3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284" y="2542032"/>
            <a:ext cx="4776952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4087368"/>
            <a:ext cx="5349240" cy="1837944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512" y="4187952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67512" y="4416552"/>
            <a:ext cx="50200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Hidden layer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은닉층.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안의 계산 단위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hᵢ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 hidden unit(= 은닉 뉴런)입니다.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09360" y="4087368"/>
            <a:ext cx="5349240" cy="1837944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73952" y="4187952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473952" y="4416552"/>
            <a:ext cx="50200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뉴런 한 개는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h₁ = ReLU(θ₁₀ + θ₁₁x)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이런 뉴런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모여 하나의 은닉층을 이룹니다.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46120" y="3364557"/>
            <a:ext cx="689458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46120" y="3364557"/>
            <a:ext cx="689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x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935577" y="3364557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209897" y="3364557"/>
            <a:ext cx="1767535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09897" y="3364557"/>
            <a:ext cx="1767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 유닛 h₁, h₂, h₃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977432" y="3364557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51752" y="3364557"/>
            <a:ext cx="2409444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51752" y="3364557"/>
            <a:ext cx="2409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y = φ₀+φ₁h₁+φ₂h₂+φ₃h₃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41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9E2E92B-A3D6-23D1-1449-BD6C120AA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000" y="4754010"/>
            <a:ext cx="2318577" cy="1032008"/>
          </a:xfrm>
          <a:prstGeom prst="rect">
            <a:avLst/>
          </a:prstGeom>
        </p:spPr>
      </p:pic>
      <p:sp>
        <p:nvSpPr>
          <p:cNvPr id="26" name="Shape 3">
            <a:extLst>
              <a:ext uri="{FF2B5EF4-FFF2-40B4-BE49-F238E27FC236}">
                <a16:creationId xmlns:a16="http://schemas.microsoft.com/office/drawing/2014/main" id="{01770954-EE4C-DFFB-0181-09F0C1CED363}"/>
              </a:ext>
            </a:extLst>
          </p:cNvPr>
          <p:cNvSpPr/>
          <p:nvPr/>
        </p:nvSpPr>
        <p:spPr>
          <a:xfrm>
            <a:off x="7162561" y="5733723"/>
            <a:ext cx="1142086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BE4BAFDC-A447-AF51-DBB3-885E516B4025}"/>
              </a:ext>
            </a:extLst>
          </p:cNvPr>
          <p:cNvSpPr/>
          <p:nvPr/>
        </p:nvSpPr>
        <p:spPr>
          <a:xfrm>
            <a:off x="7162561" y="5733723"/>
            <a:ext cx="11420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입력층  Input</a:t>
            </a:r>
            <a:endParaRPr lang="en-US" sz="12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FD27DA75-8C43-36F4-4911-F3AEF44AB8C9}"/>
              </a:ext>
            </a:extLst>
          </p:cNvPr>
          <p:cNvSpPr/>
          <p:nvPr/>
        </p:nvSpPr>
        <p:spPr>
          <a:xfrm>
            <a:off x="8304646" y="5733723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B7468B8A-594C-912F-5A8E-B22D88D71E2B}"/>
              </a:ext>
            </a:extLst>
          </p:cNvPr>
          <p:cNvSpPr/>
          <p:nvPr/>
        </p:nvSpPr>
        <p:spPr>
          <a:xfrm>
            <a:off x="8578966" y="5733723"/>
            <a:ext cx="1207922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AA0AA724-F986-3D2C-7487-D8D9B0ABC198}"/>
              </a:ext>
            </a:extLst>
          </p:cNvPr>
          <p:cNvSpPr/>
          <p:nvPr/>
        </p:nvSpPr>
        <p:spPr>
          <a:xfrm>
            <a:off x="8578966" y="5733723"/>
            <a:ext cx="1207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은닉층  Hidden</a:t>
            </a:r>
            <a:endParaRPr lang="en-US" sz="12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947AF4E6-006A-6C74-202E-9B433F5A99A3}"/>
              </a:ext>
            </a:extLst>
          </p:cNvPr>
          <p:cNvSpPr/>
          <p:nvPr/>
        </p:nvSpPr>
        <p:spPr>
          <a:xfrm>
            <a:off x="9786889" y="5733723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0DF80CFA-006F-E717-8F21-AD87AFB2CF2E}"/>
              </a:ext>
            </a:extLst>
          </p:cNvPr>
          <p:cNvSpPr/>
          <p:nvPr/>
        </p:nvSpPr>
        <p:spPr>
          <a:xfrm>
            <a:off x="10061209" y="5733723"/>
            <a:ext cx="1207922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A33E001B-D2D0-B950-AAF5-4553B96AFD2E}"/>
              </a:ext>
            </a:extLst>
          </p:cNvPr>
          <p:cNvSpPr/>
          <p:nvPr/>
        </p:nvSpPr>
        <p:spPr>
          <a:xfrm>
            <a:off x="10061209" y="5733723"/>
            <a:ext cx="1207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출력층  Output</a:t>
            </a:r>
            <a:endParaRPr lang="en-US" sz="1200" dirty="0"/>
          </a:p>
        </p:txBody>
      </p:sp>
      <p:pic>
        <p:nvPicPr>
          <p:cNvPr id="42" name="Image 0" descr="/home/claude/work/figs/eq/eq3_1.png">
            <a:extLst>
              <a:ext uri="{FF2B5EF4-FFF2-40B4-BE49-F238E27FC236}">
                <a16:creationId xmlns:a16="http://schemas.microsoft.com/office/drawing/2014/main" id="{9CEB29A8-A906-BF6C-B1FF-BF370B52D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8421" y="754535"/>
            <a:ext cx="7049937" cy="3422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파라미터의 역할 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두 부분으로 나누면 θ와 φ의 역할이 분명해집니다.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848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848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 · 모양 만들기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직선을</a:t>
            </a: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</a:t>
            </a:r>
            <a:r>
              <a:rPr lang="ko-KR" alt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든다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뉴런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마다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θ•₀ + θ•₁x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라는 1차 함수(직선)를 만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든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θ가 절편과 기울기를 정해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직선의 </a:t>
            </a:r>
            <a:r>
              <a:rPr lang="en-US" sz="1350" b="1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84832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084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 · 섞기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직선을 섞는다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9718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활성화를 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거친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활성화 </a:t>
            </a:r>
            <a:r>
              <a:rPr lang="ko-KR" alt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함수화한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직선들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가중합하고 φ₀로 전체 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높이를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조절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φ가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</a:t>
            </a:r>
            <a:r>
              <a:rPr lang="en-US" sz="1350" b="1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섞을지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398264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" y="4626864"/>
            <a:ext cx="50200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각각의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θ₀ + θ₁x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는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42976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4398264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73952" y="4626864"/>
            <a:ext cx="50200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중간 직선들의 모양을,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그 직선들을 어떻게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섞을지를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41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2AE11F-4318-FFB7-BFE8-C7E5D9264A06}"/>
              </a:ext>
            </a:extLst>
          </p:cNvPr>
          <p:cNvSpPr txBox="1"/>
          <p:nvPr/>
        </p:nvSpPr>
        <p:spPr>
          <a:xfrm>
            <a:off x="4185829" y="1980229"/>
            <a:ext cx="4980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ko-KR" sz="4800" b="1" dirty="0">
                <a:solidFill>
                  <a:srgbClr val="1456F0"/>
                </a:solidFill>
              </a:rPr>
              <a:t>θ</a:t>
            </a:r>
            <a:endParaRPr lang="ko-KR" altLang="en-US" sz="4800" b="1" dirty="0">
              <a:solidFill>
                <a:srgbClr val="1456F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619E08-2705-EC19-3EFD-172123DBE188}"/>
              </a:ext>
            </a:extLst>
          </p:cNvPr>
          <p:cNvSpPr txBox="1"/>
          <p:nvPr/>
        </p:nvSpPr>
        <p:spPr>
          <a:xfrm>
            <a:off x="9672502" y="1950227"/>
            <a:ext cx="3401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b="1" dirty="0">
                <a:solidFill>
                  <a:srgbClr val="1456F0"/>
                </a:solidFill>
              </a:rPr>
              <a:t>φ</a:t>
            </a:r>
            <a:endParaRPr lang="ko-KR" altLang="en-US" sz="4400" b="1" dirty="0">
              <a:solidFill>
                <a:srgbClr val="1456F0"/>
              </a:solidFill>
            </a:endParaRPr>
          </a:p>
        </p:txBody>
      </p:sp>
      <p:pic>
        <p:nvPicPr>
          <p:cNvPr id="32" name="Image 0" descr="/home/claude/work/figs/eq/eq3_1.png">
            <a:extLst>
              <a:ext uri="{FF2B5EF4-FFF2-40B4-BE49-F238E27FC236}">
                <a16:creationId xmlns:a16="http://schemas.microsoft.com/office/drawing/2014/main" id="{2190E271-F040-255C-ABCC-B0BA34B27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232" y="748502"/>
            <a:ext cx="8262256" cy="4010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ReLU 활성화 함수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활성화 함수 a[·] 중 가장 널리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쓰이는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0" y="19476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ReLU[z] = max(0, z)</a:t>
            </a:r>
            <a:endParaRPr lang="en-US" sz="1250" dirty="0"/>
          </a:p>
        </p:txBody>
      </p:sp>
      <p:pic>
        <p:nvPicPr>
          <p:cNvPr id="7" name="Image 0" descr="/home/claude/work/figs/fig3_1.png"/>
          <p:cNvPicPr>
            <a:picLocks noChangeAspect="1"/>
          </p:cNvPicPr>
          <p:nvPr/>
        </p:nvPicPr>
        <p:blipFill>
          <a:blip r:embed="rId3"/>
          <a:srcRect t="9315" r="1773"/>
          <a:stretch>
            <a:fillRect/>
          </a:stretch>
        </p:blipFill>
        <p:spPr>
          <a:xfrm>
            <a:off x="7061973" y="2322576"/>
            <a:ext cx="3935454" cy="3026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566013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3.1</a:t>
            </a:r>
            <a:endParaRPr lang="en-US" sz="900" dirty="0"/>
          </a:p>
        </p:txBody>
      </p:sp>
      <p:pic>
        <p:nvPicPr>
          <p:cNvPr id="9" name="Image 1" descr="/home/claude/work/figs/eq/eq3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11680"/>
            <a:ext cx="4789245" cy="502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274320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" y="2843784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67512" y="3072384"/>
            <a:ext cx="5248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a[·]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는 활성화 함수(activation function)를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뜻하는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88620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" y="3986784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67512" y="4215384"/>
            <a:ext cx="52486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z(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결과값이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음수</a:t>
            </a:r>
            <a:r>
              <a:rPr lang="ko-KR" alt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일때만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0으로 보내고, 양수는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건드리지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않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간단한 비선형이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신경망의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41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19" name="Image 0" descr="/home/claude/work/figs/eq/eq3_1.png">
            <a:extLst>
              <a:ext uri="{FF2B5EF4-FFF2-40B4-BE49-F238E27FC236}">
                <a16:creationId xmlns:a16="http://schemas.microsoft.com/office/drawing/2014/main" id="{B67BE6DA-DC4C-5292-84AC-9EE62351C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054" y="753556"/>
            <a:ext cx="6815546" cy="33083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5515CE6-1D90-396C-BFCF-5613D2587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4790" y="4813009"/>
            <a:ext cx="2790987" cy="76265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왜 비선형이 필요한가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Nonlinearity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활성화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여기선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)가 없으면 신경망은 직선 하나로 무너집니다.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84832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CEDED"/>
          </a:solidFill>
          <a:ln w="12700">
            <a:solidFill>
              <a:srgbClr val="FCED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848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활성화가 없으면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변환을 아무리 쌓아도 그냥 통과(identity)됩니다. linear → linear → ... → linear = 결국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선형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표현력이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늘지 </a:t>
            </a:r>
            <a:r>
              <a:rPr 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않습니다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곡선 함수 근사 불가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그저 </a:t>
            </a:r>
            <a:r>
              <a:rPr lang="en-US" altLang="ko-KR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직선·평면·초평면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하나로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남</a:t>
            </a:r>
            <a:r>
              <a:rPr lang="ko-KR" altLang="en-US" sz="135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게될</a:t>
            </a:r>
            <a:r>
              <a:rPr lang="ko-KR" alt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뿐</a:t>
            </a:r>
            <a:r>
              <a:rPr lang="en-US" altLang="ko-KR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84832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ReLU가 있으면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37960" y="257860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음수를 꺾어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도입 → 조각별 선형으로 어떤 곡선·곡면도 근사. 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297680"/>
            <a:ext cx="11155680" cy="1691640"/>
          </a:xfrm>
          <a:prstGeom prst="roundRect">
            <a:avLst>
              <a:gd name="adj" fmla="val 432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39826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7512" y="4626864"/>
            <a:ext cx="108264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150" b="1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양수는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살리고 음수는 죽이는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양수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특징이 존재함(예: '고양이'를 강하게 찾음 = 유용한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음수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정보 없음. 없는 정보를 죽이는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/ 41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19" name="Image 0" descr="/home/claude/work/figs/eq/eq3_1.png">
            <a:extLst>
              <a:ext uri="{FF2B5EF4-FFF2-40B4-BE49-F238E27FC236}">
                <a16:creationId xmlns:a16="http://schemas.microsoft.com/office/drawing/2014/main" id="{D669D534-D416-2AEF-7200-05056167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824" y="4483192"/>
            <a:ext cx="7049937" cy="342208"/>
          </a:xfrm>
          <a:prstGeom prst="rect">
            <a:avLst/>
          </a:prstGeom>
        </p:spPr>
      </p:pic>
      <p:pic>
        <p:nvPicPr>
          <p:cNvPr id="21" name="Image 0" descr="/home/claude/work/figs/fig3_5_full.png">
            <a:extLst>
              <a:ext uri="{FF2B5EF4-FFF2-40B4-BE49-F238E27FC236}">
                <a16:creationId xmlns:a16="http://schemas.microsoft.com/office/drawing/2014/main" id="{C361CDFC-DE60-4DB7-692B-8FC2C08D8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01168"/>
            <a:ext cx="3929742" cy="14165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[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계산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①] 세 직선 만들기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Three 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입력으로부터 세 개의 1차 함수를 계산합니다.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874520"/>
            <a:ext cx="9235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54480" y="4608576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3.3 a–c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517550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7512" y="5404104"/>
            <a:ext cx="10826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은닉 유닛 속 θ•₀ + θ•₁x 는 1차 함수(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).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아직은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평범한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 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.!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41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F880927-39D5-149C-5155-050AFC2BCC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1780" b="67000"/>
          <a:stretch>
            <a:fillRect/>
          </a:stretch>
        </p:blipFill>
        <p:spPr>
          <a:xfrm>
            <a:off x="2114006" y="2046499"/>
            <a:ext cx="8096794" cy="23335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[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계산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②] ReLU 통과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Apply ReLU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3134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직선을 각각 ReLU에 통과시킵니다.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874520"/>
            <a:ext cx="9235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54480" y="4608576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3.3 d–f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517550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7512" y="5404104"/>
            <a:ext cx="10826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직선들이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ReLU를 만나다!!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음수 부분이 0으로 잘려 꺾인 모양 h₁, h₂, h₃ 가 됩니다.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41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1E3EBE2-BC09-44BB-B63C-184FFB2C7F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714" r="1014" b="35120"/>
          <a:stretch>
            <a:fillRect/>
          </a:stretch>
        </p:blipFill>
        <p:spPr>
          <a:xfrm>
            <a:off x="2006860" y="2133496"/>
            <a:ext cx="8062425" cy="23287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[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계산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③] </a:t>
            </a:r>
            <a:r>
              <a:rPr lang="en-US" altLang="ko-KR" sz="3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 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로 가중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Weight by 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꺾인 함수들에 각각 가중치 φ를 곱합니다.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874520"/>
            <a:ext cx="9235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54480" y="4608576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3.3 g–i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517550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7512" y="5404104"/>
            <a:ext cx="10826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각각에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φ를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곱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φ의 부호·크기에 따라 기울기가 커지거나 뒤집힙니다.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41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87E1E0C-54F9-512F-515C-CE3156389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65714" r="-2161"/>
          <a:stretch>
            <a:fillRect/>
          </a:stretch>
        </p:blipFill>
        <p:spPr>
          <a:xfrm>
            <a:off x="1960594" y="2092370"/>
            <a:ext cx="8342733" cy="24887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[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계산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④] 합산 → 영역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Sum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가중된 함수들을 모두 더하면 하나의 조각별 선형 함수가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합산 결과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566013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3.3 j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5806440" cy="1463040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16752" y="1975104"/>
            <a:ext cx="5495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16752" y="2203704"/>
            <a:ext cx="54772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joint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ReLU가 꺾이는 지점. 직선 개수만큼 꺾이며, 여기선 3번 꺾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region : 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joint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 직선 구간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입력이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개면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(1D)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region = hidden unit + 1 =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꺾이는 지점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</a:t>
            </a:r>
          </a:p>
          <a:p>
            <a:pPr>
              <a:lnSpc>
                <a:spcPct val="116000"/>
              </a:lnSpc>
            </a:pP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입력이 여러 개면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region -&gt;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나옴 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52160" y="3456432"/>
            <a:ext cx="5806440" cy="1005840"/>
          </a:xfrm>
          <a:prstGeom prst="roundRect">
            <a:avLst>
              <a:gd name="adj" fmla="val 727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16752" y="3557016"/>
            <a:ext cx="5495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16752" y="3785616"/>
            <a:ext cx="54772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” 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region인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이유 — joint 위치가 겹칠 수 있고, 기울기가 우연히 같을 수도 있기 때문.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0" y="4572000"/>
            <a:ext cx="580644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16752" y="4672584"/>
            <a:ext cx="5495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16752" y="4901184"/>
            <a:ext cx="54772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activation pattern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영역마다 켜진(활성) 은닉 유닛 조합이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다릅니다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예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)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특정한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x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에서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두 번째 직선의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y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값이 음수였고 나머진 양수였다면 이때 </a:t>
            </a:r>
            <a:r>
              <a:rPr lang="ko-KR" alt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활성된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 은닉 유닛은 첫 번째와 세 번째 유닛 뿐이다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. 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41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ACBF534-9B16-E220-7B67-56E3CD4204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96" t="4829" r="9215" b="1200"/>
          <a:stretch>
            <a:fillRect/>
          </a:stretch>
        </p:blipFill>
        <p:spPr>
          <a:xfrm>
            <a:off x="925285" y="2189553"/>
            <a:ext cx="3853544" cy="343886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95B4794-D496-A4F6-638A-F058DC4C90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65714" r="-2161"/>
          <a:stretch>
            <a:fillRect/>
          </a:stretch>
        </p:blipFill>
        <p:spPr>
          <a:xfrm>
            <a:off x="6717653" y="244479"/>
            <a:ext cx="4266014" cy="127262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함수의 가족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Family of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식, but </a:t>
            </a:r>
            <a:r>
              <a:rPr lang="en-US" sz="1400" b="1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</a:t>
            </a:r>
            <a:r>
              <a:rPr lang="en-US" sz="1400" b="1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파라미터 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다양한 조각별 선형 함수가 만들어집니다.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0215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4745736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3.2a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25112" y="1920240"/>
            <a:ext cx="350215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416552" y="4745736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3.2b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156448" y="1920240"/>
            <a:ext cx="350215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247888" y="4745736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3.2c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02920" y="521208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7512" y="531266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67512" y="5541264"/>
            <a:ext cx="10826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파라미터가 바뀌면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바뀝니다 — ① 꺾이는 위치(θ) ② 각 구간의 기울기(φ) ③ 전체 높이(φ0).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41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F922C4A-6A08-63EA-D0C2-5FC039C0F9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65" r="64371"/>
          <a:stretch>
            <a:fillRect/>
          </a:stretch>
        </p:blipFill>
        <p:spPr>
          <a:xfrm>
            <a:off x="770366" y="2198913"/>
            <a:ext cx="2576991" cy="246887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4D5CB5F-27C1-326A-3192-6AFE4234D8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41" r="33208" b="6019"/>
          <a:stretch>
            <a:fillRect/>
          </a:stretch>
        </p:blipFill>
        <p:spPr>
          <a:xfrm>
            <a:off x="4882242" y="2052294"/>
            <a:ext cx="2204357" cy="243806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80291AF-BAD5-00D2-ED86-5583AC15B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664"/>
          <a:stretch>
            <a:fillRect/>
          </a:stretch>
        </p:blipFill>
        <p:spPr>
          <a:xfrm>
            <a:off x="8746671" y="2046643"/>
            <a:ext cx="2449286" cy="26417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일반화와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UAT(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만능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근사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)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Generalization &amp; UAT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유닛을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개에서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D개로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확장 — 충분히 많으면 어떤 함수든 근사합니다.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766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6" name="Image 0" descr="/home/claude/work/figs/fig3_5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74783"/>
            <a:ext cx="6400800" cy="23072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465429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3.5 · 은닉 5 / 10 / 20개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52360" y="1691640"/>
            <a:ext cx="4206240" cy="914400"/>
          </a:xfrm>
          <a:prstGeom prst="roundRect">
            <a:avLst>
              <a:gd name="adj" fmla="val 11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16952" y="1810512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+ 1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16952" y="218541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 D개일 때 최대 linear region 수(</a:t>
            </a:r>
            <a:r>
              <a:rPr lang="ko-KR" altLang="en-US" sz="11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r>
              <a:rPr lang="en-US" altLang="ko-KR" sz="11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입력이 </a:t>
            </a:r>
            <a:r>
              <a:rPr lang="en-US" altLang="ko-KR" sz="11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1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</a:t>
            </a:r>
            <a:r>
              <a:rPr lang="en-US" altLang="ko-KR" sz="11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7432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16952" y="2843784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616952" y="3072384"/>
            <a:ext cx="3877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Universal Approximation Theorem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유닛이 충분히 많으면 임의의 연속함수를 원하는 만큼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근사</a:t>
            </a:r>
            <a:endParaRPr lang="en-US" sz="1150" dirty="0"/>
          </a:p>
        </p:txBody>
      </p:sp>
      <p:pic>
        <p:nvPicPr>
          <p:cNvPr id="17" name="Image 1" descr="/home/claude/work/figs/eq/eq3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23880"/>
            <a:ext cx="2788024" cy="457200"/>
          </a:xfrm>
          <a:prstGeom prst="rect">
            <a:avLst/>
          </a:prstGeom>
        </p:spPr>
      </p:pic>
      <p:pic>
        <p:nvPicPr>
          <p:cNvPr id="18" name="Image 2" descr="/home/claude/work/figs/eq/eq3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5102352"/>
            <a:ext cx="2788024" cy="11176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41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8D6AB454-B71C-C948-7F4F-D48B19FB5327}"/>
              </a:ext>
            </a:extLst>
          </p:cNvPr>
          <p:cNvSpPr/>
          <p:nvPr/>
        </p:nvSpPr>
        <p:spPr>
          <a:xfrm>
            <a:off x="7458456" y="425196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1527DF3-DFE4-163F-8009-C8C1264453B1}"/>
              </a:ext>
            </a:extLst>
          </p:cNvPr>
          <p:cNvSpPr/>
          <p:nvPr/>
        </p:nvSpPr>
        <p:spPr>
          <a:xfrm>
            <a:off x="7623048" y="4352544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</a:rPr>
              <a:t>일반화</a:t>
            </a:r>
            <a:endParaRPr lang="en-US" sz="95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E6E1B7D0-3296-8885-9833-085438F559C8}"/>
              </a:ext>
            </a:extLst>
          </p:cNvPr>
          <p:cNvSpPr/>
          <p:nvPr/>
        </p:nvSpPr>
        <p:spPr>
          <a:xfrm>
            <a:off x="7623048" y="4581144"/>
            <a:ext cx="3877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endParaRPr lang="en-US" altLang="ko-KR" sz="1150" b="1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altLang="ko-KR" sz="1150" b="1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altLang="ko-KR" sz="1150" b="1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&lt;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은닉 유닛을 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3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개에서 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D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개로 일반화한 얕은 신경망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다중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출력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(y </a:t>
            </a:r>
            <a:r>
              <a:rPr lang="ko-KR" alt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多</a:t>
            </a:r>
            <a:r>
              <a:rPr lang="en-US" altLang="ko-KR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)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Multivariate Outputs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출력이 여러 개여도 같은 원리 — 은닉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유닛을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(h1, h2, h3, h4 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</a:t>
            </a:r>
            <a:r>
              <a:rPr lang="en-US" altLang="ko-KR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749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6" name="Image 0" descr="/home/claude/work/figs/fig3_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71" y="2020824"/>
            <a:ext cx="2776538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867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1입력 · 4은닉 · 2출력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1056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3.6a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749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10" name="Image 1" descr="/home/claude/work/figs/fig3_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948" y="2020824"/>
            <a:ext cx="2740825" cy="182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3867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출력 y₁, y₂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26280" y="41056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3.6b</a:t>
            </a:r>
            <a:endParaRPr lang="en-US" sz="900" dirty="0"/>
          </a:p>
        </p:txBody>
      </p:sp>
      <p:pic>
        <p:nvPicPr>
          <p:cNvPr id="13" name="Image 2" descr="/home/claude/work/figs/eq/eq3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9828" y="2057400"/>
            <a:ext cx="1445705" cy="1143000"/>
          </a:xfrm>
          <a:prstGeom prst="rect">
            <a:avLst/>
          </a:prstGeom>
        </p:spPr>
      </p:pic>
      <p:pic>
        <p:nvPicPr>
          <p:cNvPr id="14" name="Image 3" descr="/home/claude/work/figs/eq/eq3_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383280"/>
            <a:ext cx="3108960" cy="5181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2920" y="46177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67512" y="4718304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667512" y="4946904"/>
            <a:ext cx="5020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입력·출력이 하나가 아니라 x₁.. , y₁..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여기선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입력 1개, 출력 2개.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309360" y="46177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473952" y="4718304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473952" y="4946904"/>
            <a:ext cx="5020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y₁, y₂ 는 은닉 유닛을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joint 위치는 동일, </a:t>
            </a:r>
            <a:r>
              <a:rPr lang="en-US" sz="1150" b="1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altLang="ko-KR" b="1" dirty="0">
                <a:solidFill>
                  <a:srgbClr val="1456F0"/>
                </a:solidFill>
              </a:rPr>
              <a:t>φ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)만 다릅니다.</a:t>
            </a:r>
            <a:endParaRPr lang="en-US" sz="1150" b="1" dirty="0">
              <a:solidFill>
                <a:srgbClr val="1456F0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41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다중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입력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</a:t>
            </a:r>
            <a:r>
              <a:rPr lang="en-US" altLang="ko-KR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(x </a:t>
            </a:r>
            <a:r>
              <a:rPr lang="ko-KR" alt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多</a:t>
            </a:r>
            <a:r>
              <a:rPr lang="en-US" altLang="ko-KR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)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Multivariate Inputs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입력이 여러 개면 은닉 유닛은 직선이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아니라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</a:t>
            </a:r>
            <a:r>
              <a:rPr lang="en-US" altLang="ko-KR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평면이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9436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933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2입력 신경망</a:t>
            </a:r>
            <a:endParaRPr lang="en-US" sz="1250" dirty="0"/>
          </a:p>
        </p:txBody>
      </p:sp>
      <p:pic>
        <p:nvPicPr>
          <p:cNvPr id="7" name="Image 0" descr="/home/claude/work/figs/fig3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419" y="2350008"/>
            <a:ext cx="3752603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19709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3.7 · 2입력 · 3은닉 · 1출력</a:t>
            </a:r>
            <a:endParaRPr lang="en-US" sz="900" dirty="0"/>
          </a:p>
        </p:txBody>
      </p:sp>
      <p:pic>
        <p:nvPicPr>
          <p:cNvPr id="9" name="Image 1" descr="/home/claude/work/figs/eq/eq3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676" y="2103120"/>
            <a:ext cx="2763208" cy="1097280"/>
          </a:xfrm>
          <a:prstGeom prst="rect">
            <a:avLst/>
          </a:prstGeom>
        </p:spPr>
      </p:pic>
      <p:pic>
        <p:nvPicPr>
          <p:cNvPr id="10" name="Image 2" descr="/home/claude/work/figs/eq/eq3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429000"/>
            <a:ext cx="4663440" cy="44633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2920" y="475488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67512" y="485546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67512" y="5084064"/>
            <a:ext cx="108264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이번엔 입력 2개·출력 1개. 은닉 유닛이 직선이 아니라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 θ₀ + θ₁x₁ + θ₂x₂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입니다. 예전 h₁ = ReLU(θ₁₀+θ₁₁x) 가 입력 둘이면 h₁ = ReLU(θ₁₀ + θ₁₁x₁ + θ₁₂x₂) 로 확장됩니다.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41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A76CF5F-4EFD-EB79-CE66-973AE08AB5B4}"/>
              </a:ext>
            </a:extLst>
          </p:cNvPr>
          <p:cNvSpPr/>
          <p:nvPr/>
        </p:nvSpPr>
        <p:spPr>
          <a:xfrm>
            <a:off x="6613070" y="306324"/>
            <a:ext cx="5091249" cy="1403604"/>
          </a:xfrm>
          <a:prstGeom prst="roundRect">
            <a:avLst>
              <a:gd name="adj" fmla="val 533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6DDAA8EB-72A3-6D87-F85B-E6E0A4DD3C71}"/>
              </a:ext>
            </a:extLst>
          </p:cNvPr>
          <p:cNvSpPr/>
          <p:nvPr/>
        </p:nvSpPr>
        <p:spPr>
          <a:xfrm>
            <a:off x="6762668" y="406908"/>
            <a:ext cx="4795347" cy="205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1AFE014-4794-3EB3-65B6-57AFB2C88863}"/>
              </a:ext>
            </a:extLst>
          </p:cNvPr>
          <p:cNvSpPr/>
          <p:nvPr/>
        </p:nvSpPr>
        <p:spPr>
          <a:xfrm>
            <a:off x="6761786" y="635507"/>
            <a:ext cx="4777941" cy="973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ko-KR" altLang="en-US" sz="1150" dirty="0"/>
              <a:t>직선 </a:t>
            </a:r>
            <a:r>
              <a:rPr lang="en-US" altLang="ko-KR" sz="1150" dirty="0"/>
              <a:t>– </a:t>
            </a:r>
            <a:r>
              <a:rPr lang="ko-KR" altLang="en-US" sz="1150" dirty="0"/>
              <a:t>입력이 </a:t>
            </a:r>
            <a:r>
              <a:rPr lang="en-US" altLang="ko-KR" sz="1150" dirty="0"/>
              <a:t>1</a:t>
            </a:r>
            <a:r>
              <a:rPr lang="ko-KR" altLang="en-US" sz="1150" dirty="0"/>
              <a:t>개일 </a:t>
            </a:r>
            <a:r>
              <a:rPr lang="ko-KR" altLang="en-US" sz="1150" dirty="0" err="1"/>
              <a:t>떄</a:t>
            </a:r>
            <a:r>
              <a:rPr lang="ko-KR" altLang="en-US" sz="1150" dirty="0"/>
              <a:t> 선형식이 만드는 것</a:t>
            </a:r>
            <a:endParaRPr lang="en-US" altLang="ko-KR" sz="1150" dirty="0"/>
          </a:p>
          <a:p>
            <a:pPr>
              <a:lnSpc>
                <a:spcPct val="116000"/>
              </a:lnSpc>
            </a:pPr>
            <a:r>
              <a:rPr lang="ko-KR" altLang="en-US" sz="1150" dirty="0"/>
              <a:t>평면</a:t>
            </a:r>
            <a:r>
              <a:rPr lang="en-US" altLang="ko-KR" sz="1150" dirty="0"/>
              <a:t>– </a:t>
            </a:r>
            <a:r>
              <a:rPr lang="ko-KR" altLang="en-US" sz="1150" dirty="0"/>
              <a:t>입력이  </a:t>
            </a:r>
            <a:r>
              <a:rPr lang="en-US" altLang="ko-KR" sz="1150" dirty="0"/>
              <a:t>2</a:t>
            </a:r>
            <a:r>
              <a:rPr lang="ko-KR" altLang="en-US" sz="1150" dirty="0"/>
              <a:t>개일 </a:t>
            </a:r>
            <a:r>
              <a:rPr lang="ko-KR" altLang="en-US" sz="1150" dirty="0" err="1"/>
              <a:t>떄</a:t>
            </a:r>
            <a:r>
              <a:rPr lang="ko-KR" altLang="en-US" sz="1150" dirty="0"/>
              <a:t> 선형식이 만드는 것</a:t>
            </a:r>
            <a:endParaRPr lang="en-US" altLang="ko-KR" sz="1150" dirty="0"/>
          </a:p>
          <a:p>
            <a:pPr>
              <a:lnSpc>
                <a:spcPct val="116000"/>
              </a:lnSpc>
            </a:pPr>
            <a:r>
              <a:rPr lang="ko-KR" altLang="en-US" sz="1150" b="1" dirty="0" err="1"/>
              <a:t>초평면</a:t>
            </a:r>
            <a:r>
              <a:rPr lang="ko-KR" altLang="en-US" sz="1150" dirty="0"/>
              <a:t> </a:t>
            </a:r>
            <a:r>
              <a:rPr lang="en-US" altLang="ko-KR" sz="1150" dirty="0"/>
              <a:t>– </a:t>
            </a:r>
            <a:r>
              <a:rPr lang="ko-KR" altLang="en-US" sz="1150" dirty="0"/>
              <a:t>입력이 </a:t>
            </a:r>
            <a:r>
              <a:rPr lang="en-US" altLang="ko-KR" sz="1150" dirty="0"/>
              <a:t>2</a:t>
            </a:r>
            <a:r>
              <a:rPr lang="ko-KR" altLang="en-US" sz="1150" dirty="0"/>
              <a:t>개 이상일 </a:t>
            </a:r>
            <a:r>
              <a:rPr lang="ko-KR" altLang="en-US" sz="1150" dirty="0" err="1"/>
              <a:t>떄</a:t>
            </a:r>
            <a:r>
              <a:rPr lang="ko-KR" altLang="en-US" sz="1150" dirty="0"/>
              <a:t> 선형식이 만드는 것</a:t>
            </a:r>
            <a:endParaRPr lang="en-US" altLang="ko-KR" sz="1150" dirty="0"/>
          </a:p>
          <a:p>
            <a:pPr>
              <a:lnSpc>
                <a:spcPct val="116000"/>
              </a:lnSpc>
            </a:pPr>
            <a:r>
              <a:rPr lang="en-US" altLang="ko-KR" sz="1150" dirty="0"/>
              <a:t>(</a:t>
            </a:r>
            <a:r>
              <a:rPr lang="ko-KR" altLang="en-US" sz="1150" dirty="0"/>
              <a:t>고차원에서 직선</a:t>
            </a:r>
            <a:r>
              <a:rPr lang="en-US" altLang="ko-KR" sz="1150" dirty="0"/>
              <a:t>/</a:t>
            </a:r>
            <a:r>
              <a:rPr lang="ko-KR" altLang="en-US" sz="1150" dirty="0"/>
              <a:t>평면의 일반화</a:t>
            </a:r>
            <a:r>
              <a:rPr lang="en-US" altLang="ko-KR" sz="1150" dirty="0"/>
              <a:t>)</a:t>
            </a:r>
          </a:p>
          <a:p>
            <a:pPr>
              <a:lnSpc>
                <a:spcPct val="116000"/>
              </a:lnSpc>
            </a:pP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[2D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처리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] ① 평면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· Planes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입력의 선형결합은 기울어진 평면을 만듭니다.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874520"/>
            <a:ext cx="9235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6" name="Image 0" descr="/home/claude/work/figs/fig3_8_a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044" y="2020824"/>
            <a:ext cx="7531432" cy="2569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4608576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3.8 a–c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5074919"/>
            <a:ext cx="11155680" cy="1113609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517550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7512" y="5376672"/>
            <a:ext cx="10826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은닉 유닛 = 두 입력의 선형결합 = 기울어진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el-GR" altLang="ko-KR" sz="1200" dirty="0"/>
              <a:t>θ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l-GR" altLang="ko-KR" sz="1200" dirty="0"/>
              <a:t>θ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값에 따라 기울어진다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ko-KR" altLang="en-US" sz="140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sz="110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예</a:t>
            </a:r>
            <a:r>
              <a:rPr lang="en-US" altLang="ko-KR" sz="110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) z = </a:t>
            </a:r>
            <a:r>
              <a:rPr lang="el-GR" altLang="ko-KR" sz="1100" dirty="0"/>
              <a:t>θ</a:t>
            </a:r>
            <a:r>
              <a:rPr lang="en-US" altLang="ko-KR" sz="1100" dirty="0"/>
              <a:t>0 + </a:t>
            </a:r>
            <a:r>
              <a:rPr lang="el-GR" altLang="ko-KR" sz="1100" dirty="0"/>
              <a:t>θ</a:t>
            </a:r>
            <a:r>
              <a:rPr lang="en-US" altLang="ko-KR" sz="1100" dirty="0"/>
              <a:t>1x1 + </a:t>
            </a:r>
            <a:r>
              <a:rPr lang="el-GR" altLang="ko-KR" sz="1100" dirty="0"/>
              <a:t>θ</a:t>
            </a:r>
            <a:r>
              <a:rPr lang="en-US" altLang="ko-KR" sz="1100" dirty="0"/>
              <a:t>2x2 </a:t>
            </a:r>
            <a:r>
              <a:rPr lang="ko-KR" altLang="en-US" sz="1100" dirty="0"/>
              <a:t>에서 </a:t>
            </a:r>
            <a:r>
              <a:rPr lang="el-GR" altLang="ko-KR" sz="1100" dirty="0"/>
              <a:t>θ</a:t>
            </a:r>
            <a:r>
              <a:rPr lang="en-US" altLang="ko-KR" sz="1100" dirty="0"/>
              <a:t>1=1, </a:t>
            </a:r>
            <a:r>
              <a:rPr lang="el-GR" altLang="ko-KR" sz="1100" dirty="0"/>
              <a:t>θ</a:t>
            </a:r>
            <a:r>
              <a:rPr lang="en-US" altLang="ko-KR" sz="1100" dirty="0"/>
              <a:t>2=0</a:t>
            </a:r>
            <a:r>
              <a:rPr lang="ko-KR" altLang="en-US" sz="1100" dirty="0"/>
              <a:t>이면 이 평면은</a:t>
            </a:r>
            <a:r>
              <a:rPr lang="en-US" altLang="ko-KR" sz="1100" dirty="0"/>
              <a:t> X1 </a:t>
            </a:r>
            <a:r>
              <a:rPr lang="ko-KR" altLang="en-US" sz="1100" dirty="0"/>
              <a:t>방향으로 기울어짐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부분 = 값이 큼, 어두운 부분 = 값이 작음.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41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[2D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처리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] ②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ReLU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</a:t>
            </a:r>
            <a:r>
              <a:rPr lang="ko-KR" alt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적용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· ReLU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평면에 ReLU를 적용해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절반을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0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보냄</a:t>
            </a:r>
            <a:r>
              <a:rPr lang="en-US" altLang="ko-KR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874520"/>
            <a:ext cx="9235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6" name="Image 0" descr="/home/claude/work/figs/fig3_8_def.png"/>
          <p:cNvPicPr>
            <a:picLocks noChangeAspect="1"/>
          </p:cNvPicPr>
          <p:nvPr/>
        </p:nvPicPr>
        <p:blipFill>
          <a:blip r:embed="rId3"/>
          <a:srcRect l="7773" b="-712"/>
          <a:stretch>
            <a:fillRect/>
          </a:stretch>
        </p:blipFill>
        <p:spPr>
          <a:xfrm>
            <a:off x="2430076" y="2029968"/>
            <a:ext cx="7301367" cy="2587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4608576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3.8 d–f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517550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7512" y="5404104"/>
            <a:ext cx="10826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 적용!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파란 선이 z = 0. 이 선을 기준으로 어두운 부분은 날아가고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부분만 살아남습니다.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41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[2D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처리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] ③ 가중·합산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· Sum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잘린 평면들을 φ로 가중합하면 하나의 곡면이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합산 결과</a:t>
            </a:r>
            <a:endParaRPr lang="en-US" sz="1250" dirty="0"/>
          </a:p>
        </p:txBody>
      </p:sp>
      <p:pic>
        <p:nvPicPr>
          <p:cNvPr id="7" name="Image 0" descr="/home/claude/work/figs/fig3_8_j.png"/>
          <p:cNvPicPr>
            <a:picLocks noChangeAspect="1"/>
          </p:cNvPicPr>
          <p:nvPr/>
        </p:nvPicPr>
        <p:blipFill>
          <a:blip r:embed="rId3"/>
          <a:srcRect l="11217" t="9445"/>
          <a:stretch>
            <a:fillRect/>
          </a:stretch>
        </p:blipFill>
        <p:spPr>
          <a:xfrm>
            <a:off x="1105613" y="2478024"/>
            <a:ext cx="3600911" cy="2980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66013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3.8 j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0" y="1874520"/>
            <a:ext cx="5943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10" name="Image 1" descr="/home/claude/work/figs/fig3_8_ghi.png"/>
          <p:cNvPicPr>
            <a:picLocks noChangeAspect="1"/>
          </p:cNvPicPr>
          <p:nvPr/>
        </p:nvPicPr>
        <p:blipFill>
          <a:blip r:embed="rId4"/>
          <a:srcRect l="3136" b="-1739"/>
          <a:stretch>
            <a:fillRect/>
          </a:stretch>
        </p:blipFill>
        <p:spPr>
          <a:xfrm>
            <a:off x="7086600" y="2020824"/>
            <a:ext cx="3307492" cy="10698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06440" y="309067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φ로 가중 (g–i)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15000" y="3611880"/>
            <a:ext cx="5943600" cy="1005840"/>
          </a:xfrm>
          <a:prstGeom prst="roundRect">
            <a:avLst>
              <a:gd name="adj" fmla="val 727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79592" y="3712464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79592" y="3941064"/>
            <a:ext cx="5614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기울기가 달라지거나(등고선 촘촘/띄엄) 부호가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뒤집힙니다.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715000" y="4754880"/>
            <a:ext cx="5943600" cy="1234440"/>
          </a:xfrm>
          <a:prstGeom prst="roundRect">
            <a:avLst>
              <a:gd name="adj" fmla="val 5926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79592" y="4855464"/>
            <a:ext cx="5632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879592" y="5084064"/>
            <a:ext cx="56144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φ₀+φ₁h₁+φ₂h₂+φ₃h₃ → 하나의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곡면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접기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접었다 편 자국처럼 평평한 면들이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이어진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41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일반식</a:t>
            </a:r>
            <a:r>
              <a:rPr lang="en-US" sz="3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Dᵢ개 · 은닉 D개 · 출력 Dₒ개로 일반화한 식입니다.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3입력 · 3은닉 · 2출력</a:t>
            </a:r>
            <a:endParaRPr lang="en-US" sz="1250" dirty="0"/>
          </a:p>
        </p:txBody>
      </p:sp>
      <p:pic>
        <p:nvPicPr>
          <p:cNvPr id="7" name="Image 0" descr="/home/claude/work/figs/fig3_11.png"/>
          <p:cNvPicPr>
            <a:picLocks noChangeAspect="1"/>
          </p:cNvPicPr>
          <p:nvPr/>
        </p:nvPicPr>
        <p:blipFill>
          <a:blip r:embed="rId3"/>
          <a:srcRect t="17894" r="1201"/>
          <a:stretch>
            <a:fillRect/>
          </a:stretch>
        </p:blipFill>
        <p:spPr>
          <a:xfrm>
            <a:off x="1420287" y="2478024"/>
            <a:ext cx="3336770" cy="1426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10565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3.11</a:t>
            </a:r>
            <a:endParaRPr lang="en-US" sz="900" dirty="0"/>
          </a:p>
        </p:txBody>
      </p:sp>
      <p:pic>
        <p:nvPicPr>
          <p:cNvPr id="9" name="Image 1" descr="/home/claude/work/figs/eq/eq3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771" y="2023135"/>
            <a:ext cx="2237071" cy="731168"/>
          </a:xfrm>
          <a:prstGeom prst="rect">
            <a:avLst/>
          </a:prstGeom>
        </p:spPr>
      </p:pic>
      <p:pic>
        <p:nvPicPr>
          <p:cNvPr id="10" name="Image 2" descr="/home/claude/work/figs/eq/eq3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79" y="2970561"/>
            <a:ext cx="2184763" cy="77847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058400" y="2103120"/>
            <a:ext cx="1600200" cy="1325880"/>
          </a:xfrm>
          <a:prstGeom prst="roundRect">
            <a:avLst>
              <a:gd name="adj" fmla="val 7586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10222992" y="2221992"/>
            <a:ext cx="127101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10222992" y="2819095"/>
            <a:ext cx="127101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(15+5)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" y="46177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7512" y="4718304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67512" y="4888557"/>
            <a:ext cx="488289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3*3 + 3*2 = 15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1*3 + 1*2 = 5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개수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15 + 5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355080" y="40690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519672" y="4169664"/>
            <a:ext cx="4992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519672" y="4398264"/>
            <a:ext cx="49743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Dᵢ =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수, d =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b="1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sz="1150" b="1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activation pattern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영역마다 켜진 은닉 유닛이 다름.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한 영역에서 h₂ = 0 이면 y = φ₀ + φ₁h₁ + φ₃h₃.</a:t>
            </a:r>
          </a:p>
          <a:p>
            <a:pPr marL="0" indent="0">
              <a:lnSpc>
                <a:spcPct val="116000"/>
              </a:lnSpc>
              <a:buNone/>
            </a:pP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/ 41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9">
            <a:extLst>
              <a:ext uri="{FF2B5EF4-FFF2-40B4-BE49-F238E27FC236}">
                <a16:creationId xmlns:a16="http://schemas.microsoft.com/office/drawing/2014/main" id="{37F1F14B-0F70-DF83-536F-BDF724CD23F1}"/>
              </a:ext>
            </a:extLst>
          </p:cNvPr>
          <p:cNvSpPr/>
          <p:nvPr/>
        </p:nvSpPr>
        <p:spPr>
          <a:xfrm>
            <a:off x="6127134" y="4828032"/>
            <a:ext cx="1343515" cy="1143000"/>
          </a:xfrm>
          <a:prstGeom prst="roundRect">
            <a:avLst>
              <a:gd name="adj" fmla="val 64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입력 차원과 영역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Regions vs Dimensions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차원이 커질수록 공간이 더 잘게 나뉩니다.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0215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4279392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1개 → 축 2개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920240"/>
            <a:ext cx="350215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416552" y="4279392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2개 → 평면 4개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156448" y="1920240"/>
            <a:ext cx="350215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12" name="Image 2" descr="/home/claude/work/figs/fig3_10c.png"/>
          <p:cNvPicPr>
            <a:picLocks noChangeAspect="1"/>
          </p:cNvPicPr>
          <p:nvPr/>
        </p:nvPicPr>
        <p:blipFill>
          <a:blip r:embed="rId3"/>
          <a:srcRect l="12139" b="1231"/>
          <a:stretch>
            <a:fillRect/>
          </a:stretch>
        </p:blipFill>
        <p:spPr>
          <a:xfrm>
            <a:off x="8708571" y="2084398"/>
            <a:ext cx="2390733" cy="2167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47888" y="4279392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3개 → 공간 8개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19" y="4846320"/>
            <a:ext cx="5339763" cy="1143000"/>
          </a:xfrm>
          <a:prstGeom prst="roundRect">
            <a:avLst>
              <a:gd name="adj" fmla="val 64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7512" y="4946904"/>
            <a:ext cx="6729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67511" y="5175504"/>
            <a:ext cx="4862431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차원이 커질수록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초평면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(hyperplane)이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공간을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잘게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나눠 표현력이 매우 빠르게 증가합니다.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26680" y="484632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891272" y="4946904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891272" y="5102352"/>
            <a:ext cx="36027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1→2, 2→4, 3→8 ... 일반적으로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2^Dᵢ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만큼의 공간이 생긴다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기울어져 있어 더 많이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생길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 (Di :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개수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/ 41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6BD4612-E335-A266-4E5D-C0F4C6B64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79" y="2046966"/>
            <a:ext cx="2305821" cy="218714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4EEF307-86E3-C515-F892-7947535B5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261905"/>
            <a:ext cx="2889069" cy="1926047"/>
          </a:xfrm>
          <a:prstGeom prst="rect">
            <a:avLst/>
          </a:prstGeom>
        </p:spPr>
      </p:pic>
      <p:pic>
        <p:nvPicPr>
          <p:cNvPr id="27" name="Image 3" descr="/home/claude/work/figs/eq/eq_2powDi.png">
            <a:extLst>
              <a:ext uri="{FF2B5EF4-FFF2-40B4-BE49-F238E27FC236}">
                <a16:creationId xmlns:a16="http://schemas.microsoft.com/office/drawing/2014/main" id="{F5519967-F56F-0264-BA05-8D490DAF5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762" y="5088636"/>
            <a:ext cx="870257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Linear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region의</a:t>
            </a: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 폭발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Explosion of Capacity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유닛이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늘면 linear region이 폭발적으로 증가합니다.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377647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 유닛 수에 따른 region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01421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3.9a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00800" y="377647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수에 따른 region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0" y="401421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3.9b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2920" y="452628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14" name="Image 2" descr="/home/claude/work/figs/eq/eq_reg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603" y="4590288"/>
            <a:ext cx="2527379" cy="10420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5800" y="5650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linear region 수 (Dᵢ=입력 차원, D=은닉 유닛 수)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309360" y="452628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473952" y="4626864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6473952" y="4855464"/>
            <a:ext cx="5020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꺾이는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Joint (= 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 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 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</a:p>
          <a:p>
            <a:pPr>
              <a:lnSpc>
                <a:spcPct val="116000"/>
              </a:lnSpc>
            </a:pP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joint </a:t>
            </a:r>
            <a:r>
              <a:rPr lang="en-US" altLang="ko-KR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</a:t>
            </a:r>
            <a:r>
              <a:rPr lang="en-US" altLang="ko-KR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region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</a:p>
          <a:p>
            <a:pPr>
              <a:lnSpc>
                <a:spcPct val="116000"/>
              </a:lnSpc>
            </a:pPr>
            <a:endParaRPr lang="en-US" altLang="ko-KR" sz="1200" dirty="0">
              <a:solidFill>
                <a:srgbClr val="45515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116000"/>
              </a:lnSpc>
            </a:pP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100차원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 은닉을 조금만 늘려도 region이 폭발적으로 증가 → 표현력↑. 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1차원(Dᵢ=1)이면 </a:t>
            </a:r>
            <a:r>
              <a:rPr lang="en-US" sz="1150" b="1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linear</a:t>
            </a:r>
            <a:r>
              <a:rPr lang="ko-KR" alt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 = </a:t>
            </a:r>
            <a:r>
              <a:rPr lang="en-US" sz="1150" b="1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 </a:t>
            </a: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수(D) + 1.</a:t>
            </a:r>
          </a:p>
          <a:p>
            <a:pPr marL="0" indent="0">
              <a:lnSpc>
                <a:spcPct val="116000"/>
              </a:lnSpc>
              <a:buNone/>
            </a:pP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/ 41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A73E15C-F497-F25D-BD43-A910379891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79" b="-5706"/>
          <a:stretch>
            <a:fillRect/>
          </a:stretch>
        </p:blipFill>
        <p:spPr>
          <a:xfrm>
            <a:off x="1793935" y="2001704"/>
            <a:ext cx="2532047" cy="177476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FA3ABA5-D5EC-10F4-E6C7-5129ACC7C6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t="1" b="-6391"/>
          <a:stretch>
            <a:fillRect/>
          </a:stretch>
        </p:blipFill>
        <p:spPr>
          <a:xfrm>
            <a:off x="7506946" y="1969049"/>
            <a:ext cx="2643982" cy="186228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05383A6-E943-32CB-2377-640250CF7683}"/>
              </a:ext>
            </a:extLst>
          </p:cNvPr>
          <p:cNvSpPr txBox="1"/>
          <p:nvPr/>
        </p:nvSpPr>
        <p:spPr>
          <a:xfrm>
            <a:off x="8903890" y="1549627"/>
            <a:ext cx="2608406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</a:t>
            </a:r>
            <a:r>
              <a:rPr lang="en-US" altLang="ko-KR" sz="10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0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은닉 유닛이 증가할수록 증가</a:t>
            </a:r>
            <a:endParaRPr lang="en-US" altLang="ko-KR" sz="1050" dirty="0">
              <a:solidFill>
                <a:srgbClr val="1456F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활성화 함수의 종류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Activation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 외에도 다양한 활성화 함수가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pic>
        <p:nvPicPr>
          <p:cNvPr id="6" name="Image 0" descr="/home/claude/work/figs/fig3_13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79017"/>
            <a:ext cx="5303520" cy="33046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56601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46520" y="18745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함수  </a:t>
            </a:r>
            <a:r>
              <a:rPr lang="en-US" sz="16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Cheatsheet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93408" y="2542032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a) Sigmoid σ(x)=1/(1+e⁻ˣ), 0~1, 확률 출력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Tanh(</a:t>
            </a:r>
            <a:r>
              <a:rPr lang="ko-KR" altLang="ko-KR" sz="1200" dirty="0" err="1"/>
              <a:t>하이퍼볼릭</a:t>
            </a:r>
            <a:r>
              <a:rPr lang="ko-KR" altLang="ko-KR" sz="1200" dirty="0"/>
              <a:t> 탄젠트</a:t>
            </a:r>
            <a:r>
              <a:rPr lang="en-US" altLang="ko-KR" sz="1200" dirty="0"/>
              <a:t>/</a:t>
            </a:r>
            <a:r>
              <a:rPr lang="ko-KR" altLang="en-US" sz="1200" dirty="0"/>
              <a:t>탠 </a:t>
            </a:r>
            <a:r>
              <a:rPr lang="ko-KR" altLang="en-US" sz="1200" dirty="0" err="1"/>
              <a:t>에이치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−1~1, 평균 0, sigmoid보다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잘됨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가중치가 한 방향으로만 업데이트 되는 문제 감소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B) Leaky ReLU x&lt;0 → 0.01x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PReLU 0.01 대신 α 를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기울기를 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놓지 않고 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α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학습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c)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Softplus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ReLU를 부드럽게(미분 가능)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GeLU 부드럽게 통과, 작은 음수 일부 반영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SiLU x·σ(x)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d) ELU 음수에서 지수함수, 평균 0 근처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e) SELU ELU 개선,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깊은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신경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 분포 안정</a:t>
            </a:r>
            <a:endParaRPr lang="en-US" sz="1200" dirty="0"/>
          </a:p>
          <a:p>
            <a:pPr marL="203200" indent="-2032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f) Swish x·σ(βx), ReLU보다 </a:t>
            </a:r>
            <a:r>
              <a:rPr 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약간</a:t>
            </a:r>
            <a:r>
              <a:rPr 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성능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/ 41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순전파와 역전파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 &amp; Backprop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계산은 순전파로, 학습(가중치 수정)은 역전파로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66544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665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순전파 · Forward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→ 은닉 → 출력 방향으로 값을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합니다 (forward propagation).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66544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665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역전파 · Backprop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37960" y="2542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→ 은닉 → 입력 방향으로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전달해 가중치를 수정합니다 = </a:t>
            </a:r>
            <a:r>
              <a:rPr lang="en-US" sz="1350" b="1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r>
              <a:rPr lang="en-US" sz="135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350" dirty="0"/>
          </a:p>
        </p:txBody>
      </p:sp>
      <p:pic>
        <p:nvPicPr>
          <p:cNvPr id="13" name="Image 0" descr="/home/claude/work/figs/eq/eq_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50" y="4554801"/>
            <a:ext cx="2012448" cy="5486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2920" y="5303520"/>
            <a:ext cx="11155680" cy="776151"/>
          </a:xfrm>
          <a:prstGeom prst="roundRect">
            <a:avLst>
              <a:gd name="adj" fmla="val 457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540410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7512" y="5632704"/>
            <a:ext cx="108264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가중치를 조금씩 수정해 더 잘 맞게 만드는 것. 역전파가 그 수정량을 정합니다. 갱신식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w_new = w − η·∂L/∂w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(η = 학습률, learning rate).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/ 41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93B6433E-BF1B-19CD-CA2D-59A145AD027C}"/>
              </a:ext>
            </a:extLst>
          </p:cNvPr>
          <p:cNvSpPr/>
          <p:nvPr/>
        </p:nvSpPr>
        <p:spPr>
          <a:xfrm>
            <a:off x="3432970" y="3594681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91544EA4-2A54-CCCE-1889-A72AF6C07928}"/>
              </a:ext>
            </a:extLst>
          </p:cNvPr>
          <p:cNvSpPr/>
          <p:nvPr/>
        </p:nvSpPr>
        <p:spPr>
          <a:xfrm>
            <a:off x="3432970" y="3594681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2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773D3A6F-F44F-DECC-4432-BB1F985F0B98}"/>
              </a:ext>
            </a:extLst>
          </p:cNvPr>
          <p:cNvSpPr/>
          <p:nvPr/>
        </p:nvSpPr>
        <p:spPr>
          <a:xfrm>
            <a:off x="4073050" y="3594681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00A2CC16-05A2-3264-3270-F091703D1312}"/>
              </a:ext>
            </a:extLst>
          </p:cNvPr>
          <p:cNvSpPr/>
          <p:nvPr/>
        </p:nvSpPr>
        <p:spPr>
          <a:xfrm>
            <a:off x="4347370" y="3594681"/>
            <a:ext cx="705917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FA4DC639-15CE-8D68-C151-B99D05AC5E03}"/>
              </a:ext>
            </a:extLst>
          </p:cNvPr>
          <p:cNvSpPr/>
          <p:nvPr/>
        </p:nvSpPr>
        <p:spPr>
          <a:xfrm>
            <a:off x="4347370" y="3594681"/>
            <a:ext cx="705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</a:t>
            </a:r>
            <a:endParaRPr lang="en-US" sz="12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FB969946-0E64-AD6F-FF1D-2CDF4F806372}"/>
              </a:ext>
            </a:extLst>
          </p:cNvPr>
          <p:cNvSpPr/>
          <p:nvPr/>
        </p:nvSpPr>
        <p:spPr>
          <a:xfrm>
            <a:off x="5053287" y="3594681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90289ECD-F2EC-71D7-7117-FFE051D69481}"/>
              </a:ext>
            </a:extLst>
          </p:cNvPr>
          <p:cNvSpPr/>
          <p:nvPr/>
        </p:nvSpPr>
        <p:spPr>
          <a:xfrm>
            <a:off x="5327607" y="3594681"/>
            <a:ext cx="603504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77EB0890-1417-5825-2CB2-42825DB0DC57}"/>
              </a:ext>
            </a:extLst>
          </p:cNvPr>
          <p:cNvSpPr/>
          <p:nvPr/>
        </p:nvSpPr>
        <p:spPr>
          <a:xfrm>
            <a:off x="5327607" y="3594681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endParaRPr lang="en-US" sz="12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F4FD1575-1492-2C58-0216-C31235CBAA8F}"/>
              </a:ext>
            </a:extLst>
          </p:cNvPr>
          <p:cNvSpPr/>
          <p:nvPr/>
        </p:nvSpPr>
        <p:spPr>
          <a:xfrm>
            <a:off x="5931111" y="3594681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160864F1-3150-C60B-95B0-03FB186CB0A9}"/>
              </a:ext>
            </a:extLst>
          </p:cNvPr>
          <p:cNvSpPr/>
          <p:nvPr/>
        </p:nvSpPr>
        <p:spPr>
          <a:xfrm>
            <a:off x="6205431" y="3594681"/>
            <a:ext cx="705917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88BFE586-E5A3-CB72-A137-240C34624990}"/>
              </a:ext>
            </a:extLst>
          </p:cNvPr>
          <p:cNvSpPr/>
          <p:nvPr/>
        </p:nvSpPr>
        <p:spPr>
          <a:xfrm>
            <a:off x="6205431" y="3594681"/>
            <a:ext cx="705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Hidden</a:t>
            </a:r>
            <a:endParaRPr lang="en-US" sz="12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B2C46334-28BF-8C2A-B600-A41769F42857}"/>
              </a:ext>
            </a:extLst>
          </p:cNvPr>
          <p:cNvSpPr/>
          <p:nvPr/>
        </p:nvSpPr>
        <p:spPr>
          <a:xfrm>
            <a:off x="6911348" y="3594681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60D0A2A7-4A6F-A454-728E-8929722EB15E}"/>
              </a:ext>
            </a:extLst>
          </p:cNvPr>
          <p:cNvSpPr/>
          <p:nvPr/>
        </p:nvSpPr>
        <p:spPr>
          <a:xfrm>
            <a:off x="7185668" y="3594681"/>
            <a:ext cx="705917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F91426CC-5B6F-1FA8-F805-ADEEA2E5ACE3}"/>
              </a:ext>
            </a:extLst>
          </p:cNvPr>
          <p:cNvSpPr/>
          <p:nvPr/>
        </p:nvSpPr>
        <p:spPr>
          <a:xfrm>
            <a:off x="7185668" y="3594681"/>
            <a:ext cx="705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</a:t>
            </a:r>
            <a:endParaRPr lang="en-US" sz="120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4246C38B-D95B-B111-3C03-17D14E037122}"/>
              </a:ext>
            </a:extLst>
          </p:cNvPr>
          <p:cNvSpPr/>
          <p:nvPr/>
        </p:nvSpPr>
        <p:spPr>
          <a:xfrm>
            <a:off x="7322828" y="365721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FAAA13DD-A91D-D5BA-83FC-AC32C8D2BF92}"/>
              </a:ext>
            </a:extLst>
          </p:cNvPr>
          <p:cNvSpPr/>
          <p:nvPr/>
        </p:nvSpPr>
        <p:spPr>
          <a:xfrm>
            <a:off x="8165905" y="3594681"/>
            <a:ext cx="705917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F08DAB89-8ADD-5B03-BBC1-AE485C00AFAB}"/>
              </a:ext>
            </a:extLst>
          </p:cNvPr>
          <p:cNvSpPr/>
          <p:nvPr/>
        </p:nvSpPr>
        <p:spPr>
          <a:xfrm>
            <a:off x="8165905" y="3594681"/>
            <a:ext cx="705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</a:t>
            </a:r>
            <a:endParaRPr 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4A430F-7B80-2753-3DDE-0F3D8E0D4C6A}"/>
              </a:ext>
            </a:extLst>
          </p:cNvPr>
          <p:cNvSpPr txBox="1"/>
          <p:nvPr/>
        </p:nvSpPr>
        <p:spPr>
          <a:xfrm>
            <a:off x="574556" y="4100132"/>
            <a:ext cx="1127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1456F0"/>
                </a:solidFill>
                <a:latin typeface="+mn-ea"/>
              </a:rPr>
              <a:t>X(input) -&gt; </a:t>
            </a:r>
            <a:r>
              <a:rPr lang="el-GR" altLang="ko-KR" dirty="0">
                <a:solidFill>
                  <a:srgbClr val="1456F0"/>
                </a:solidFill>
                <a:latin typeface="+mn-ea"/>
              </a:rPr>
              <a:t>θ</a:t>
            </a:r>
            <a:r>
              <a:rPr lang="en-US" altLang="ko-KR" dirty="0">
                <a:solidFill>
                  <a:srgbClr val="1456F0"/>
                </a:solidFill>
                <a:latin typeface="+mn-ea"/>
              </a:rPr>
              <a:t>0 + </a:t>
            </a:r>
            <a:r>
              <a:rPr lang="el-GR" altLang="ko-KR" dirty="0">
                <a:solidFill>
                  <a:srgbClr val="1456F0"/>
                </a:solidFill>
                <a:latin typeface="+mn-ea"/>
              </a:rPr>
              <a:t>θ</a:t>
            </a:r>
            <a:r>
              <a:rPr lang="en-US" altLang="ko-KR" dirty="0">
                <a:solidFill>
                  <a:srgbClr val="1456F0"/>
                </a:solidFill>
                <a:latin typeface="+mn-ea"/>
              </a:rPr>
              <a:t>1x (linear)-&gt; </a:t>
            </a:r>
            <a:r>
              <a:rPr lang="en-US" altLang="ko-KR" dirty="0" err="1">
                <a:solidFill>
                  <a:srgbClr val="1456F0"/>
                </a:solidFill>
                <a:latin typeface="+mn-ea"/>
              </a:rPr>
              <a:t>ReLU</a:t>
            </a:r>
            <a:r>
              <a:rPr lang="en-US" altLang="ko-KR" dirty="0">
                <a:solidFill>
                  <a:srgbClr val="1456F0"/>
                </a:solidFill>
                <a:latin typeface="+mn-ea"/>
              </a:rPr>
              <a:t>(</a:t>
            </a:r>
            <a:r>
              <a:rPr lang="el-GR" altLang="ko-KR" dirty="0">
                <a:solidFill>
                  <a:srgbClr val="1456F0"/>
                </a:solidFill>
                <a:latin typeface="+mn-ea"/>
              </a:rPr>
              <a:t>θ</a:t>
            </a:r>
            <a:r>
              <a:rPr lang="en-US" altLang="ko-KR" dirty="0">
                <a:solidFill>
                  <a:srgbClr val="1456F0"/>
                </a:solidFill>
                <a:latin typeface="+mn-ea"/>
              </a:rPr>
              <a:t>0 + </a:t>
            </a:r>
            <a:r>
              <a:rPr lang="el-GR" altLang="ko-KR" dirty="0">
                <a:solidFill>
                  <a:srgbClr val="1456F0"/>
                </a:solidFill>
                <a:latin typeface="+mn-ea"/>
              </a:rPr>
              <a:t>θ</a:t>
            </a:r>
            <a:r>
              <a:rPr lang="en-US" altLang="ko-KR" dirty="0">
                <a:solidFill>
                  <a:srgbClr val="1456F0"/>
                </a:solidFill>
                <a:latin typeface="+mn-ea"/>
              </a:rPr>
              <a:t>1x)(</a:t>
            </a:r>
            <a:r>
              <a:rPr lang="en-US" altLang="ko-KR" dirty="0" err="1">
                <a:solidFill>
                  <a:srgbClr val="1456F0"/>
                </a:solidFill>
                <a:latin typeface="+mn-ea"/>
              </a:rPr>
              <a:t>ReLU,Hidden</a:t>
            </a:r>
            <a:r>
              <a:rPr lang="en-US" altLang="ko-KR" dirty="0">
                <a:solidFill>
                  <a:srgbClr val="1456F0"/>
                </a:solidFill>
                <a:latin typeface="+mn-ea"/>
              </a:rPr>
              <a:t>) -&gt; φ 0 + φ 1ReLU(</a:t>
            </a:r>
            <a:r>
              <a:rPr lang="el-GR" altLang="ko-KR" dirty="0">
                <a:solidFill>
                  <a:srgbClr val="1456F0"/>
                </a:solidFill>
                <a:latin typeface="+mn-ea"/>
              </a:rPr>
              <a:t>θ</a:t>
            </a:r>
            <a:r>
              <a:rPr lang="en-US" altLang="ko-KR" dirty="0">
                <a:solidFill>
                  <a:srgbClr val="1456F0"/>
                </a:solidFill>
                <a:latin typeface="+mn-ea"/>
              </a:rPr>
              <a:t>0 + </a:t>
            </a:r>
            <a:r>
              <a:rPr lang="el-GR" altLang="ko-KR" dirty="0">
                <a:solidFill>
                  <a:srgbClr val="1456F0"/>
                </a:solidFill>
                <a:latin typeface="+mn-ea"/>
              </a:rPr>
              <a:t>θ</a:t>
            </a:r>
            <a:r>
              <a:rPr lang="en-US" altLang="ko-KR" dirty="0">
                <a:solidFill>
                  <a:srgbClr val="1456F0"/>
                </a:solidFill>
                <a:latin typeface="+mn-ea"/>
              </a:rPr>
              <a:t>1x)(linear, output)</a:t>
            </a:r>
            <a:endParaRPr lang="ko-KR" altLang="en-US" dirty="0">
              <a:solidFill>
                <a:srgbClr val="1456F0"/>
              </a:solidFill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D792DA-B4E5-2E4A-0BB3-0FF4EF580F75}"/>
              </a:ext>
            </a:extLst>
          </p:cNvPr>
          <p:cNvSpPr txBox="1"/>
          <p:nvPr/>
        </p:nvSpPr>
        <p:spPr>
          <a:xfrm>
            <a:off x="4987450" y="3612964"/>
            <a:ext cx="6079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8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altLang="ko-KR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기울기 소실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Vanishing Gradients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19" y="1353312"/>
            <a:ext cx="113625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미분이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0에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가까우면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역전파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(w)가 거의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수정되지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않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(sigmoid, tanh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</a:t>
            </a:r>
            <a:r>
              <a:rPr lang="ko-KR" alt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입력값이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조금만 커지거나 작아지면 기울기 소실 문제 발생</a:t>
            </a:r>
            <a:r>
              <a:rPr lang="en-US" altLang="ko-KR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00" dirty="0"/>
          </a:p>
        </p:txBody>
      </p:sp>
      <p:pic>
        <p:nvPicPr>
          <p:cNvPr id="5" name="Image 0" descr="/home/claude/work/figs/eq/eq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690" y="1833372"/>
            <a:ext cx="256032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85059" y="2697480"/>
            <a:ext cx="603504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85059" y="269748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588563" y="26974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62883" y="2697480"/>
            <a:ext cx="1339596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62883" y="2697480"/>
            <a:ext cx="13395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z₁ = w₁x + b₁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02479" y="26974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76799" y="2697480"/>
            <a:ext cx="1084478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76799" y="2697480"/>
            <a:ext cx="10844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a₁ = σ(z₁)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561277" y="26974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35597" y="269748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5597" y="26974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z₂ = w₂a₁ + b₂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98637" y="26974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72957" y="2697480"/>
            <a:ext cx="603504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72957" y="269748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30834" y="3378708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5426" y="3479292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필기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295426" y="3707892"/>
            <a:ext cx="50200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연쇄법칙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∂L/∂w₁ = (∂L/∂z₂)(∂z₂/∂z₁)(∂z₁/∂w₁).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활성화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(a[.]}의 미분이 0에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가까우면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(Loss)의 미분도 0이 됩니다.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30833" y="4796028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95426" y="4896612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But, </a:t>
            </a:r>
            <a:r>
              <a:rPr lang="en-US" sz="950" b="1" kern="0" spc="150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ko-KR" alt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또다른 문제점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95426" y="5097780"/>
            <a:ext cx="50200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Dying ReLU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ReLU는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양수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1(1×1×1=1)이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잘 </a:t>
            </a:r>
            <a:r>
              <a:rPr lang="ko-KR" alt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전달되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지만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만일 모든 입력 데이터에 대해 어떤 뉴런이 항상 음수만 출력한다면 그 뉴런은 모든 데이터에 대해 기울기가 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되어 해당 뉴런의 모든 가중치는 거의 수정되지 못함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/ 41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37" name="Image 0" descr="/home/claude/work/figs/eq/eq_gd.png">
            <a:extLst>
              <a:ext uri="{FF2B5EF4-FFF2-40B4-BE49-F238E27FC236}">
                <a16:creationId xmlns:a16="http://schemas.microsoft.com/office/drawing/2014/main" id="{AB2A865C-F425-0AE4-A011-AE149AF72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562" y="1847088"/>
            <a:ext cx="2332809" cy="635978"/>
          </a:xfrm>
          <a:prstGeom prst="rect">
            <a:avLst/>
          </a:prstGeom>
        </p:spPr>
      </p:pic>
      <p:sp>
        <p:nvSpPr>
          <p:cNvPr id="39" name="Shape 20">
            <a:extLst>
              <a:ext uri="{FF2B5EF4-FFF2-40B4-BE49-F238E27FC236}">
                <a16:creationId xmlns:a16="http://schemas.microsoft.com/office/drawing/2014/main" id="{607C7338-1AD3-187A-5AFA-95BF4E243788}"/>
              </a:ext>
            </a:extLst>
          </p:cNvPr>
          <p:cNvSpPr/>
          <p:nvPr/>
        </p:nvSpPr>
        <p:spPr>
          <a:xfrm>
            <a:off x="571500" y="3378708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5F804769-B78C-ADB5-91AA-C8A518A90E8F}"/>
              </a:ext>
            </a:extLst>
          </p:cNvPr>
          <p:cNvSpPr/>
          <p:nvPr/>
        </p:nvSpPr>
        <p:spPr>
          <a:xfrm>
            <a:off x="736092" y="3479292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 소실이란</a:t>
            </a:r>
            <a:r>
              <a:rPr lang="en-US" altLang="ko-KR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</a:t>
            </a:r>
            <a:endParaRPr lang="en-US" sz="950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C1D3152F-78B8-39BF-FAB6-961B128818FA}"/>
              </a:ext>
            </a:extLst>
          </p:cNvPr>
          <p:cNvSpPr/>
          <p:nvPr/>
        </p:nvSpPr>
        <p:spPr>
          <a:xfrm>
            <a:off x="736092" y="3707892"/>
            <a:ext cx="50200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기울기가 0이면 w_new 가 거의 안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변함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틀렸는데도 수정 불가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이것이 기울기 소실.</a:t>
            </a:r>
            <a:endParaRPr lang="en-US" sz="1150" dirty="0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75F85C33-D1DC-B529-7BA2-F9A79CC09372}"/>
              </a:ext>
            </a:extLst>
          </p:cNvPr>
          <p:cNvSpPr/>
          <p:nvPr/>
        </p:nvSpPr>
        <p:spPr>
          <a:xfrm>
            <a:off x="571500" y="4796028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9C6C77F6-17A2-89FB-D3B7-96A425F3AF5F}"/>
              </a:ext>
            </a:extLst>
          </p:cNvPr>
          <p:cNvSpPr/>
          <p:nvPr/>
        </p:nvSpPr>
        <p:spPr>
          <a:xfrm>
            <a:off x="736092" y="4896612"/>
            <a:ext cx="5038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 소실 해결을 위한 </a:t>
            </a:r>
            <a:r>
              <a:rPr lang="en-US" altLang="ko-KR" sz="950" b="1" kern="0" spc="150" dirty="0" err="1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altLang="ko-KR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950" dirty="0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3128D0F8-DC3B-0515-6D43-B711619B1FAA}"/>
              </a:ext>
            </a:extLst>
          </p:cNvPr>
          <p:cNvSpPr/>
          <p:nvPr/>
        </p:nvSpPr>
        <p:spPr>
          <a:xfrm>
            <a:off x="736092" y="5125212"/>
            <a:ext cx="5020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Sigmoid</a:t>
            </a:r>
            <a:r>
              <a:rPr lang="ko-KR" alt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r>
              <a:rPr lang="en-US" altLang="ko-KR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tanh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절대값이 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입력에서 대부분 기울기 0 →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입력에서도 기울기가 유지되는 </a:t>
            </a:r>
            <a:r>
              <a:rPr lang="en-US" sz="1150" b="1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선호합니다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정보량이 높은 양수 부분 보존 가능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endParaRPr lang="en-US" sz="1150" dirty="0"/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3FC55A45-9BAD-73EE-A1EE-16DB0346C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944" y="3447288"/>
            <a:ext cx="1459256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FC0C-9072-3CA3-85E8-6C3C0780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5E24D8-5B4D-A5A4-530E-8F5181C7EEBA}"/>
              </a:ext>
            </a:extLst>
          </p:cNvPr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1783B7-2D07-6B41-6A97-A2DF5F0D463F}"/>
              </a:ext>
            </a:extLst>
          </p:cNvPr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Dying </a:t>
            </a:r>
            <a:r>
              <a:rPr lang="en-US" sz="3000" b="1" dirty="0" err="1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ReLU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5216E4-A03F-CA4F-5BC3-163850669E9A}"/>
              </a:ext>
            </a:extLst>
          </p:cNvPr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/>
              <a:t>Dying </a:t>
            </a:r>
            <a:r>
              <a:rPr lang="en-US" sz="1400" dirty="0" err="1"/>
              <a:t>ReLU</a:t>
            </a:r>
            <a:r>
              <a:rPr lang="ko-KR" altLang="en-US" sz="1400" dirty="0"/>
              <a:t>에 대한 자세한 설명 </a:t>
            </a:r>
            <a:r>
              <a:rPr lang="en-US" altLang="ko-KR" sz="1400" dirty="0"/>
              <a:t>; </a:t>
            </a:r>
            <a:r>
              <a:rPr lang="ko-KR" altLang="en-US" sz="1400" dirty="0"/>
              <a:t>뉴런과 연결된 모든 파라미터가 갱신되지 않는 이유 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1ACA1A-D5D4-62C9-0773-00426AC179B2}"/>
              </a:ext>
            </a:extLst>
          </p:cNvPr>
          <p:cNvSpPr/>
          <p:nvPr/>
        </p:nvSpPr>
        <p:spPr>
          <a:xfrm>
            <a:off x="502920" y="187452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C253024-F793-3691-04B6-6154BDBFFB3E}"/>
              </a:ext>
            </a:extLst>
          </p:cNvPr>
          <p:cNvSpPr/>
          <p:nvPr/>
        </p:nvSpPr>
        <p:spPr>
          <a:xfrm>
            <a:off x="594360" y="56601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3.11 + </a:t>
            </a:r>
            <a:r>
              <a:rPr lang="ko-KR" alt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필기</a:t>
            </a:r>
            <a:endParaRPr lang="en-US" sz="9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BCF3580-4621-120E-89B1-786B62328CD4}"/>
              </a:ext>
            </a:extLst>
          </p:cNvPr>
          <p:cNvSpPr/>
          <p:nvPr/>
        </p:nvSpPr>
        <p:spPr>
          <a:xfrm>
            <a:off x="6446520" y="18745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87D9824-4C54-A380-9E46-8969996CF8D6}"/>
              </a:ext>
            </a:extLst>
          </p:cNvPr>
          <p:cNvSpPr/>
          <p:nvPr/>
        </p:nvSpPr>
        <p:spPr>
          <a:xfrm>
            <a:off x="667512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10859CA-D8B1-4D83-C992-C62F1D97739F}"/>
              </a:ext>
            </a:extLst>
          </p:cNvPr>
          <p:cNvSpPr/>
          <p:nvPr/>
        </p:nvSpPr>
        <p:spPr>
          <a:xfrm>
            <a:off x="6693408" y="3602084"/>
            <a:ext cx="4800600" cy="2231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따라서 하나의 은닉 뉴런의 </a:t>
            </a:r>
            <a:r>
              <a:rPr lang="ko-KR" alt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입력값이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항상 음수면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0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출력하여 해당 뉴런은 모든 가중치에 대해 기울기가 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된다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그러면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뉴런과 연결된 가중치는 업데이트 될 수 없다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</a:p>
          <a:p>
            <a:pPr marL="203200" indent="-2032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</a:t>
            </a:r>
            <a:r>
              <a:rPr lang="ko-KR" altLang="en-US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형광펜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친 부분은 업데이트 되지 않는 가중치들</a:t>
            </a:r>
            <a:endParaRPr lang="en-US" altLang="ko-KR" sz="1200" dirty="0">
              <a:solidFill>
                <a:srgbClr val="2A2F3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뉴런과 연결된 모든 파라미터들은 다 갱신될 수 없다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203200" indent="-2032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Dying </a:t>
            </a:r>
            <a:r>
              <a:rPr lang="en-US" altLang="ko-KR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해결을 위해 음수에도 기울기를 제공하는 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Leaky </a:t>
            </a:r>
            <a:r>
              <a:rPr lang="en-US" altLang="ko-KR" sz="12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ELU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업그레이드 된 형태 사용하기도 함 </a:t>
            </a:r>
            <a:r>
              <a:rPr lang="en-US" altLang="ko-KR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4DEFC5A-FE16-5A4B-EF20-E200D165C75E}"/>
              </a:ext>
            </a:extLst>
          </p:cNvPr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/ 41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6DA280-6ED4-C226-F83D-30313A8015E8}"/>
              </a:ext>
            </a:extLst>
          </p:cNvPr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CBBC308-BC9C-2762-931A-BB0D132BF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6" y="2217420"/>
            <a:ext cx="5039707" cy="3165566"/>
          </a:xfrm>
          <a:prstGeom prst="rect">
            <a:avLst/>
          </a:prstGeom>
        </p:spPr>
      </p:pic>
      <p:sp>
        <p:nvSpPr>
          <p:cNvPr id="20" name="Shape 11">
            <a:extLst>
              <a:ext uri="{FF2B5EF4-FFF2-40B4-BE49-F238E27FC236}">
                <a16:creationId xmlns:a16="http://schemas.microsoft.com/office/drawing/2014/main" id="{A57491BE-D79E-8088-E97D-CC9D29AEC109}"/>
              </a:ext>
            </a:extLst>
          </p:cNvPr>
          <p:cNvSpPr/>
          <p:nvPr/>
        </p:nvSpPr>
        <p:spPr>
          <a:xfrm>
            <a:off x="7252063" y="2148840"/>
            <a:ext cx="3600994" cy="1107077"/>
          </a:xfrm>
          <a:prstGeom prst="roundRect">
            <a:avLst>
              <a:gd name="adj" fmla="val 457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pic>
        <p:nvPicPr>
          <p:cNvPr id="18" name="Image 0" descr="/home/claude/work/figs/eq/eq_gd.png">
            <a:extLst>
              <a:ext uri="{FF2B5EF4-FFF2-40B4-BE49-F238E27FC236}">
                <a16:creationId xmlns:a16="http://schemas.microsoft.com/office/drawing/2014/main" id="{3CCF41A3-5FB3-18B0-2839-C02D1DAEA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331468"/>
            <a:ext cx="2751269" cy="75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6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결론: 왜 ReLU인가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ReLU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활성화 </a:t>
            </a:r>
            <a:r>
              <a:rPr lang="en-US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함수가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있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r>
              <a:rPr lang="en-US" altLang="ko-KR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Dying </a:t>
            </a:r>
            <a:r>
              <a:rPr lang="en-US" altLang="ko-KR" sz="14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altLang="ko-KR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문제도 있지만</a:t>
            </a:r>
            <a:r>
              <a:rPr lang="en-US" altLang="ko-KR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여전히</a:t>
            </a: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ReLU를 씁니다.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단순함  </a:t>
            </a:r>
            <a:r>
              <a:rPr lang="en-US" sz="16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음수 → 0, 양수 그대로.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이해하기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쉬운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87452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2856" y="20574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용이  </a:t>
            </a:r>
            <a:r>
              <a:rPr lang="en-US" sz="16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Analyzable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2856" y="256032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조각별 선형 → linear region으로 표현력을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깔끔하게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5592" y="1874520"/>
            <a:ext cx="350215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94192" y="20574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기울기 전달  </a:t>
            </a:r>
            <a:r>
              <a:rPr lang="en-US" sz="16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256032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양수 기울기 1 → 기울기 소실이 덜해 학습이 잘 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886200"/>
            <a:ext cx="11155680" cy="2103120"/>
          </a:xfrm>
          <a:prstGeom prst="roundRect">
            <a:avLst>
              <a:gd name="adj" fmla="val 3478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98678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" y="4354286"/>
            <a:ext cx="10826496" cy="1543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활성화 함수가 있지만 </a:t>
            </a:r>
            <a:r>
              <a:rPr lang="en-US" sz="1150" b="1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가장 설명하기 쉽고 linear region 분석이 편하기 때문에, 이 책에서는 앞으로도 계속 ReLU를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사용합니다</a:t>
            </a: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16000"/>
              </a:lnSpc>
              <a:buNone/>
            </a:pPr>
            <a:endParaRPr lang="en-US" sz="1150" dirty="0">
              <a:solidFill>
                <a:srgbClr val="243044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Dying </a:t>
            </a:r>
            <a:r>
              <a:rPr 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ReLU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로 인한 비용이 기울기 소실로 인한 비용보다 훨씬 적고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발생 확률도 드물다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. (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직선이 모든 </a:t>
            </a:r>
            <a:r>
              <a:rPr lang="ko-KR" altLang="en-US" sz="1150" dirty="0" err="1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입력값에</a:t>
            </a:r>
            <a:r>
              <a:rPr lang="ko-KR" altLang="en-US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 대해 음수를 내놓을 확률은 생각보다 적음</a:t>
            </a:r>
            <a:r>
              <a:rPr lang="en-US" altLang="ko-KR" sz="1150" dirty="0">
                <a:solidFill>
                  <a:srgbClr val="243044"/>
                </a:solidFill>
                <a:latin typeface="맑은 고딕" pitchFamily="34" charset="0"/>
                <a:ea typeface="맑은 고딕" pitchFamily="34" charset="-122"/>
              </a:rPr>
              <a:t>) 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/ 41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3장 요약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얕은 신경망의 큰 그림 — 한 장으로 정리합니다.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2432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993392"/>
            <a:ext cx="22951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7512" y="2541118"/>
            <a:ext cx="229514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비선형의 핵심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874520"/>
            <a:ext cx="262432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993392"/>
            <a:ext cx="22951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+ 1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2541118"/>
            <a:ext cx="229514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1D ) </a:t>
            </a:r>
            <a:r>
              <a:rPr lang="en-US" sz="1100" dirty="0" err="1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</a:t>
            </a: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linear region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17336" y="1874520"/>
            <a:ext cx="262432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81928" y="1993392"/>
            <a:ext cx="22951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 · 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81928" y="2541118"/>
            <a:ext cx="229514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· 섞기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24544" y="1874520"/>
            <a:ext cx="2734056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89136" y="1993392"/>
            <a:ext cx="240487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순전파 / 역전파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89136" y="2541118"/>
            <a:ext cx="2404872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/ 학습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111556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6118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구조: 입력층 → 은닉층 → 출력층. 은닉층이 하나라 '얕은' 신경망이다.</a:t>
            </a:r>
            <a:endParaRPr lang="en-US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생성: 직선 → ReLU → φ 가중합 → 조각별 선형 함수. joint와 linear region으로 표현력을 잰다.</a:t>
            </a:r>
            <a:endParaRPr lang="en-US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확장: 다중 입력·출력, 고차원에서 region이 2^Dᵢ 꼴로 폭발 → 강력한 표현력(UAT).</a:t>
            </a:r>
            <a:endParaRPr lang="en-US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학습: 역전파로 가중치를 수정하며, 기울기 소실을 피하기 위해 ReLU를 선호한다.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 / 41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Shallow Neural Networks  ·  Chapter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전체 정리  </a:t>
            </a:r>
            <a:r>
              <a:rPr lang="en-US" sz="1800" b="1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551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2장과 3장을 하나의 흐름으로 잇습니다.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95574" y="1874520"/>
            <a:ext cx="1273759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95574" y="1874520"/>
            <a:ext cx="1273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(xᵢ, yᵢ)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69334" y="18745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43654" y="1874520"/>
            <a:ext cx="1520647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3654" y="1874520"/>
            <a:ext cx="152064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얕은 신경망 f[x, φ]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64301" y="18745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38621" y="1874520"/>
            <a:ext cx="603504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8621" y="187452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2125" y="18745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16445" y="1874520"/>
            <a:ext cx="993953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6445" y="1874520"/>
            <a:ext cx="9939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경사 하강법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10398" y="187452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84718" y="1874520"/>
            <a:ext cx="681228" cy="402336"/>
          </a:xfrm>
          <a:prstGeom prst="roundRect">
            <a:avLst>
              <a:gd name="adj" fmla="val 50000"/>
            </a:avLst>
          </a:prstGeom>
          <a:solidFill>
            <a:srgbClr val="F2F5FF"/>
          </a:solidFill>
          <a:ln w="12700">
            <a:solidFill>
              <a:srgbClr val="D6E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4718" y="1874520"/>
            <a:ext cx="681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278892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7889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학습의 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2918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= 함수 y = f[x, φ]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Loss로 오차를 수치화 (오차제곱합)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경사 하강법으로 최소화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과적합을 피해 일반화 확인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하나의 한계를 인식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256032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  <a:effectLst>
            <a:outerShdw blurRad="101600" dist="25400" dir="5400000" algn="bl" rotWithShape="0">
              <a:srgbClr val="7B83A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5392" y="278892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27889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56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3 · 표현력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32918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ReLU로 비선형 도입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직선→ReLU→가중합 = 조각별 선형 함수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입출력 · 고차원 처리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region이 폭발적으로 증가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F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역전파로 학습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/ 41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Prince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8A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UNDERSTANDING DEEP LEARNING · CH. 2–3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맑은 고딕" pitchFamily="34" charset="-120"/>
              </a:rPr>
              <a:t>감사합니다</a:t>
            </a:r>
            <a:endParaRPr lang="en-US" sz="8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AEB7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Q&amp;A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2700</TotalTime>
  <Words>4558</Words>
  <Application>Microsoft Office PowerPoint</Application>
  <PresentationFormat>사용자 지정</PresentationFormat>
  <Paragraphs>682</Paragraphs>
  <Slides>44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9" baseType="lpstr">
      <vt:lpstr>Cambria Math</vt:lpstr>
      <vt:lpstr>Arial</vt:lpstr>
      <vt:lpstr>맑은 고딕</vt:lpstr>
      <vt:lpstr>나눔고딕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지도학습과 얕은 신경망 (UDL Ch.2-3)</dc:title>
  <dc:subject>PptxGenJS Presentation</dc:subject>
  <dc:creator>POSTECH</dc:creator>
  <cp:lastModifiedBy>은빈 조</cp:lastModifiedBy>
  <cp:revision>1</cp:revision>
  <dcterms:created xsi:type="dcterms:W3CDTF">2026-06-29T05:32:31Z</dcterms:created>
  <dcterms:modified xsi:type="dcterms:W3CDTF">2026-07-01T03:05:52Z</dcterms:modified>
</cp:coreProperties>
</file>